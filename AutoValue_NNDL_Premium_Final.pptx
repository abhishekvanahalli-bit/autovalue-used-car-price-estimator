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>
                <a:solidFill>
                  <a:srgbClr val="F8FBFC"/>
                </a:solidFill>
                <a:latin typeface="Aptos"/>
              </a:rPr>
              <a:t>Keras ANN_001 • Adam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</c:v>
                </c:pt>
              </c:strCache>
            </c:strRef>
          </c:tx>
          <c:spPr>
            <a:ln w="19050">
              <a:solidFill>
                <a:srgbClr val="7F95A5"/>
              </a:solidFill>
            </a:ln>
          </c:spPr>
          <c:marker>
            <c:symbol val="none"/>
          </c:marker>
          <c:xVal>
            <c:numRef>
              <c:f>Sheet1!$A$2:$A$66</c:f>
              <c:numCache>
                <c:formatCode>General</c:formatCode>
                <c:ptCount val="6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</c:numCache>
            </c:numRef>
          </c:xVal>
          <c:yVal>
            <c:numRef>
              <c:f>Sheet1!$B$2:$B$66</c:f>
              <c:numCache>
                <c:formatCode>General</c:formatCode>
                <c:ptCount val="65"/>
                <c:pt idx="0">
                  <c:v>0.2617422938346863</c:v>
                </c:pt>
                <c:pt idx="1">
                  <c:v>0.1510426551103592</c:v>
                </c:pt>
                <c:pt idx="2">
                  <c:v>0.1382036805152893</c:v>
                </c:pt>
                <c:pt idx="3">
                  <c:v>0.1291462779045105</c:v>
                </c:pt>
                <c:pt idx="4">
                  <c:v>0.1224953904747963</c:v>
                </c:pt>
                <c:pt idx="5">
                  <c:v>0.116891048848629</c:v>
                </c:pt>
                <c:pt idx="6">
                  <c:v>0.11247000098228455</c:v>
                </c:pt>
                <c:pt idx="7">
                  <c:v>0.11295988410711288</c:v>
                </c:pt>
                <c:pt idx="8">
                  <c:v>0.11123337596654892</c:v>
                </c:pt>
                <c:pt idx="9">
                  <c:v>0.10738435387611389</c:v>
                </c:pt>
                <c:pt idx="10">
                  <c:v>0.10687600821256638</c:v>
                </c:pt>
                <c:pt idx="11">
                  <c:v>0.10476581752300262</c:v>
                </c:pt>
                <c:pt idx="12">
                  <c:v>0.10308702290058136</c:v>
                </c:pt>
                <c:pt idx="13">
                  <c:v>0.10250643640756607</c:v>
                </c:pt>
                <c:pt idx="14">
                  <c:v>0.09947492182254791</c:v>
                </c:pt>
                <c:pt idx="15">
                  <c:v>0.1011451706290245</c:v>
                </c:pt>
                <c:pt idx="16">
                  <c:v>0.09911347925662994</c:v>
                </c:pt>
                <c:pt idx="17">
                  <c:v>0.09912533313035965</c:v>
                </c:pt>
                <c:pt idx="18">
                  <c:v>0.09540507197380066</c:v>
                </c:pt>
                <c:pt idx="19">
                  <c:v>0.09548702836036682</c:v>
                </c:pt>
                <c:pt idx="20">
                  <c:v>0.09528443217277527</c:v>
                </c:pt>
                <c:pt idx="21">
                  <c:v>0.09241481870412827</c:v>
                </c:pt>
                <c:pt idx="22">
                  <c:v>0.0945642814040184</c:v>
                </c:pt>
                <c:pt idx="23">
                  <c:v>0.09440914541482925</c:v>
                </c:pt>
                <c:pt idx="24">
                  <c:v>0.09506799280643463</c:v>
                </c:pt>
                <c:pt idx="25">
                  <c:v>0.09205073118209839</c:v>
                </c:pt>
                <c:pt idx="26">
                  <c:v>0.09272110462188721</c:v>
                </c:pt>
                <c:pt idx="27">
                  <c:v>0.09274303168058395</c:v>
                </c:pt>
                <c:pt idx="28">
                  <c:v>0.09005378186702728</c:v>
                </c:pt>
                <c:pt idx="29">
                  <c:v>0.09253530204296112</c:v>
                </c:pt>
                <c:pt idx="30">
                  <c:v>0.0890013799071312</c:v>
                </c:pt>
                <c:pt idx="31">
                  <c:v>0.08949748426675797</c:v>
                </c:pt>
                <c:pt idx="32">
                  <c:v>0.09100132435560226</c:v>
                </c:pt>
                <c:pt idx="33">
                  <c:v>0.0877435952425003</c:v>
                </c:pt>
                <c:pt idx="34">
                  <c:v>0.08465547859668732</c:v>
                </c:pt>
                <c:pt idx="35">
                  <c:v>0.08498957008123398</c:v>
                </c:pt>
                <c:pt idx="36">
                  <c:v>0.08828496187925339</c:v>
                </c:pt>
                <c:pt idx="37">
                  <c:v>0.08632346242666245</c:v>
                </c:pt>
                <c:pt idx="38">
                  <c:v>0.0879436582326889</c:v>
                </c:pt>
                <c:pt idx="39">
                  <c:v>0.08414425700902939</c:v>
                </c:pt>
                <c:pt idx="40">
                  <c:v>0.08444461971521378</c:v>
                </c:pt>
                <c:pt idx="41">
                  <c:v>0.08542902022600174</c:v>
                </c:pt>
                <c:pt idx="42">
                  <c:v>0.08748576045036316</c:v>
                </c:pt>
                <c:pt idx="43">
                  <c:v>0.08847388625144958</c:v>
                </c:pt>
                <c:pt idx="44">
                  <c:v>0.08462131768465042</c:v>
                </c:pt>
                <c:pt idx="45">
                  <c:v>0.08213791251182556</c:v>
                </c:pt>
                <c:pt idx="46">
                  <c:v>0.08697707951068878</c:v>
                </c:pt>
                <c:pt idx="47">
                  <c:v>0.08346566557884216</c:v>
                </c:pt>
                <c:pt idx="48">
                  <c:v>0.08424872159957886</c:v>
                </c:pt>
                <c:pt idx="49">
                  <c:v>0.08380710333585739</c:v>
                </c:pt>
                <c:pt idx="50">
                  <c:v>0.08185380697250366</c:v>
                </c:pt>
                <c:pt idx="51">
                  <c:v>0.08416599780321121</c:v>
                </c:pt>
                <c:pt idx="52">
                  <c:v>0.0842146947979927</c:v>
                </c:pt>
                <c:pt idx="53">
                  <c:v>0.08476318418979645</c:v>
                </c:pt>
                <c:pt idx="54">
                  <c:v>0.0808619037270546</c:v>
                </c:pt>
                <c:pt idx="55">
                  <c:v>0.08204051107168198</c:v>
                </c:pt>
                <c:pt idx="56">
                  <c:v>0.08135420083999634</c:v>
                </c:pt>
                <c:pt idx="57">
                  <c:v>0.08287318050861359</c:v>
                </c:pt>
                <c:pt idx="58">
                  <c:v>0.08225146681070328</c:v>
                </c:pt>
                <c:pt idx="59">
                  <c:v>0.0823812484741211</c:v>
                </c:pt>
                <c:pt idx="60">
                  <c:v>0.08170941472053528</c:v>
                </c:pt>
                <c:pt idx="61">
                  <c:v>0.08342304080724716</c:v>
                </c:pt>
                <c:pt idx="62">
                  <c:v>0.0810399129986763</c:v>
                </c:pt>
                <c:pt idx="63">
                  <c:v>0.08313002437353134</c:v>
                </c:pt>
                <c:pt idx="64">
                  <c:v>0.08092276751995087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Sheet1!$B$68</c:f>
              <c:strCache>
                <c:ptCount val="1"/>
                <c:pt idx="0">
                  <c:v>Validation</c:v>
                </c:pt>
              </c:strCache>
            </c:strRef>
          </c:tx>
          <c:spPr>
            <a:ln w="25400">
              <a:solidFill>
                <a:srgbClr val="63CBC7"/>
              </a:solidFill>
            </a:ln>
          </c:spPr>
          <c:marker>
            <c:symbol val="none"/>
          </c:marker>
          <c:xVal>
            <c:numRef>
              <c:f>Sheet1!$A$69:$A$133</c:f>
              <c:numCache>
                <c:formatCode>General</c:formatCode>
                <c:ptCount val="6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</c:numCache>
            </c:numRef>
          </c:xVal>
          <c:yVal>
            <c:numRef>
              <c:f>Sheet1!$B$69:$B$133</c:f>
              <c:numCache>
                <c:formatCode>General</c:formatCode>
                <c:ptCount val="65"/>
                <c:pt idx="0">
                  <c:v>0.1421215683221817</c:v>
                </c:pt>
                <c:pt idx="1">
                  <c:v>0.13177819550037384</c:v>
                </c:pt>
                <c:pt idx="2">
                  <c:v>0.10941839218139648</c:v>
                </c:pt>
                <c:pt idx="3">
                  <c:v>0.10019268095493317</c:v>
                </c:pt>
                <c:pt idx="4">
                  <c:v>0.11189667135477066</c:v>
                </c:pt>
                <c:pt idx="5">
                  <c:v>0.09762725234031677</c:v>
                </c:pt>
                <c:pt idx="6">
                  <c:v>0.09536901116371155</c:v>
                </c:pt>
                <c:pt idx="7">
                  <c:v>0.09712673723697662</c:v>
                </c:pt>
                <c:pt idx="8">
                  <c:v>0.10093359649181366</c:v>
                </c:pt>
                <c:pt idx="9">
                  <c:v>0.09318360686302185</c:v>
                </c:pt>
                <c:pt idx="10">
                  <c:v>0.09545895457267761</c:v>
                </c:pt>
                <c:pt idx="11">
                  <c:v>0.0999925285577774</c:v>
                </c:pt>
                <c:pt idx="12">
                  <c:v>0.09758058190345764</c:v>
                </c:pt>
                <c:pt idx="13">
                  <c:v>0.09831497073173523</c:v>
                </c:pt>
                <c:pt idx="14">
                  <c:v>0.09152810275554657</c:v>
                </c:pt>
                <c:pt idx="15">
                  <c:v>0.09762246161699295</c:v>
                </c:pt>
                <c:pt idx="16">
                  <c:v>0.09273862838745117</c:v>
                </c:pt>
                <c:pt idx="17">
                  <c:v>0.09597859531641006</c:v>
                </c:pt>
                <c:pt idx="18">
                  <c:v>0.09114507585763931</c:v>
                </c:pt>
                <c:pt idx="19">
                  <c:v>0.09096444398164749</c:v>
                </c:pt>
                <c:pt idx="20">
                  <c:v>0.09652840346097946</c:v>
                </c:pt>
                <c:pt idx="21">
                  <c:v>0.0920238122344017</c:v>
                </c:pt>
                <c:pt idx="22">
                  <c:v>0.09243083745241165</c:v>
                </c:pt>
                <c:pt idx="23">
                  <c:v>0.09241432696580887</c:v>
                </c:pt>
                <c:pt idx="24">
                  <c:v>0.09143281728029251</c:v>
                </c:pt>
                <c:pt idx="25">
                  <c:v>0.09249415248632431</c:v>
                </c:pt>
                <c:pt idx="26">
                  <c:v>0.0978190153837204</c:v>
                </c:pt>
                <c:pt idx="27">
                  <c:v>0.09064113348722458</c:v>
                </c:pt>
                <c:pt idx="28">
                  <c:v>0.08810307085514069</c:v>
                </c:pt>
                <c:pt idx="29">
                  <c:v>0.09680962562561035</c:v>
                </c:pt>
                <c:pt idx="30">
                  <c:v>0.09049952775239944</c:v>
                </c:pt>
                <c:pt idx="31">
                  <c:v>0.08976380527019501</c:v>
                </c:pt>
                <c:pt idx="32">
                  <c:v>0.09204749763011932</c:v>
                </c:pt>
                <c:pt idx="33">
                  <c:v>0.09395163506269455</c:v>
                </c:pt>
                <c:pt idx="34">
                  <c:v>0.0891822874546051</c:v>
                </c:pt>
                <c:pt idx="35">
                  <c:v>0.08965377509593964</c:v>
                </c:pt>
                <c:pt idx="36">
                  <c:v>0.08820152282714844</c:v>
                </c:pt>
                <c:pt idx="37">
                  <c:v>0.09035966545343399</c:v>
                </c:pt>
                <c:pt idx="38">
                  <c:v>0.0927119180560112</c:v>
                </c:pt>
                <c:pt idx="39">
                  <c:v>0.08929909020662308</c:v>
                </c:pt>
                <c:pt idx="40">
                  <c:v>0.08772952854633331</c:v>
                </c:pt>
                <c:pt idx="41">
                  <c:v>0.09081821888685226</c:v>
                </c:pt>
                <c:pt idx="42">
                  <c:v>0.09416094422340393</c:v>
                </c:pt>
                <c:pt idx="43">
                  <c:v>0.0888189896941185</c:v>
                </c:pt>
                <c:pt idx="44">
                  <c:v>0.08701163530349731</c:v>
                </c:pt>
                <c:pt idx="45">
                  <c:v>0.0888301208615303</c:v>
                </c:pt>
                <c:pt idx="46">
                  <c:v>0.09408746659755707</c:v>
                </c:pt>
                <c:pt idx="47">
                  <c:v>0.09094030410051346</c:v>
                </c:pt>
                <c:pt idx="48">
                  <c:v>0.09333745390176773</c:v>
                </c:pt>
                <c:pt idx="49">
                  <c:v>0.08841714262962341</c:v>
                </c:pt>
                <c:pt idx="50">
                  <c:v>0.09172538667917252</c:v>
                </c:pt>
                <c:pt idx="51">
                  <c:v>0.08967401087284088</c:v>
                </c:pt>
                <c:pt idx="52">
                  <c:v>0.09466064721345901</c:v>
                </c:pt>
                <c:pt idx="53">
                  <c:v>0.08990490436553955</c:v>
                </c:pt>
                <c:pt idx="54">
                  <c:v>0.08958914130926132</c:v>
                </c:pt>
                <c:pt idx="55">
                  <c:v>0.09457048773765564</c:v>
                </c:pt>
                <c:pt idx="56">
                  <c:v>0.09244325011968613</c:v>
                </c:pt>
                <c:pt idx="57">
                  <c:v>0.08870556205511093</c:v>
                </c:pt>
                <c:pt idx="58">
                  <c:v>0.08810524642467499</c:v>
                </c:pt>
                <c:pt idx="59">
                  <c:v>0.0884956493973732</c:v>
                </c:pt>
                <c:pt idx="60">
                  <c:v>0.0896008312702179</c:v>
                </c:pt>
                <c:pt idx="61">
                  <c:v>0.0887923538684845</c:v>
                </c:pt>
                <c:pt idx="62">
                  <c:v>0.09350477159023285</c:v>
                </c:pt>
                <c:pt idx="63">
                  <c:v>0.08825189620256424</c:v>
                </c:pt>
                <c:pt idx="64">
                  <c:v>0.09072182327508926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8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000" b="0">
                    <a:solidFill>
                      <a:srgbClr val="ABBEC9"/>
                    </a:solidFill>
                    <a:latin typeface="Aptos"/>
                  </a:rPr>
                  <a:t>Epoch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9525">
            <a:solidFill>
              <a:srgbClr val="2B485A"/>
            </a:solidFill>
          </a:ln>
        </c:spPr>
        <c:txPr>
          <a:bodyPr/>
          <a:lstStyle/>
          <a:p>
            <a:pPr>
              <a:defRPr sz="1000">
                <a:solidFill>
                  <a:srgbClr val="ABBEC9"/>
                </a:solidFill>
                <a:latin typeface="Aptos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inMax"/>
          <c:max val="0.3"/>
          <c:min val="0.05"/>
        </c:scaling>
        <c:delete val="0"/>
        <c:axPos val="l"/>
        <c:majorGridlines>
          <c:spPr>
            <a:ln w="6350">
              <a:solidFill>
                <a:srgbClr val="21405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ABBEC9"/>
                    </a:solidFill>
                    <a:latin typeface="Aptos"/>
                  </a:rPr>
                  <a:t>MSE on standardized log target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 w="9525">
            <a:solidFill>
              <a:srgbClr val="2B485A"/>
            </a:solidFill>
          </a:ln>
        </c:spPr>
        <c:txPr>
          <a:bodyPr/>
          <a:lstStyle/>
          <a:p>
            <a:pPr>
              <a:defRPr sz="1000">
                <a:solidFill>
                  <a:srgbClr val="ABBEC9"/>
                </a:solidFill>
                <a:latin typeface="Aptos"/>
              </a:defRPr>
            </a:pPr>
          </a:p>
        </c:txPr>
        <c:crossAx val="-2128940872"/>
        <c:crosses val="autoZero"/>
        <c:crossBetween val="midCat"/>
        <c:majorUnit val="0.05"/>
      </c:valAx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D6E1E8"/>
              </a:solidFill>
              <a:latin typeface="Aptos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ABBEC9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>
                <a:solidFill>
                  <a:srgbClr val="F8FBFC"/>
                </a:solidFill>
                <a:latin typeface="Aptos"/>
              </a:rPr>
              <a:t>NumPy ANN • RMSprop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</c:v>
                </c:pt>
              </c:strCache>
            </c:strRef>
          </c:tx>
          <c:spPr>
            <a:ln w="19050">
              <a:solidFill>
                <a:srgbClr val="7F95A5"/>
              </a:solidFill>
            </a:ln>
          </c:spPr>
          <c:marker>
            <c:symbol val="none"/>
          </c:marker>
          <c:xVal>
            <c:numRef>
              <c:f>Sheet1!$A$2:$A$91</c:f>
              <c:numCache>
                <c:formatCode>General</c:formatCode>
                <c:ptCount val="9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</c:numCache>
            </c:numRef>
          </c:xVal>
          <c:yVal>
            <c:numRef>
              <c:f>Sheet1!$B$2:$B$91</c:f>
              <c:numCache>
                <c:formatCode>General</c:formatCode>
                <c:ptCount val="90"/>
                <c:pt idx="0">
                  <c:v>0.39107210776223994</c:v>
                </c:pt>
                <c:pt idx="1">
                  <c:v>0.17504196298491373</c:v>
                </c:pt>
                <c:pt idx="2">
                  <c:v>0.14160819183141746</c:v>
                </c:pt>
                <c:pt idx="3">
                  <c:v>0.1325546140435854</c:v>
                </c:pt>
                <c:pt idx="4">
                  <c:v>0.12743980516479259</c:v>
                </c:pt>
                <c:pt idx="5">
                  <c:v>0.1250965175957701</c:v>
                </c:pt>
                <c:pt idx="6">
                  <c:v>0.12094760953089982</c:v>
                </c:pt>
                <c:pt idx="7">
                  <c:v>0.11684177491907605</c:v>
                </c:pt>
                <c:pt idx="8">
                  <c:v>0.11689671835717594</c:v>
                </c:pt>
                <c:pt idx="9">
                  <c:v>0.11433809706780368</c:v>
                </c:pt>
                <c:pt idx="10">
                  <c:v>0.11635087698587893</c:v>
                </c:pt>
                <c:pt idx="11">
                  <c:v>0.10890643087459968</c:v>
                </c:pt>
                <c:pt idx="12">
                  <c:v>0.10868745388059782</c:v>
                </c:pt>
                <c:pt idx="13">
                  <c:v>0.1086786190708869</c:v>
                </c:pt>
                <c:pt idx="14">
                  <c:v>0.10759124854895803</c:v>
                </c:pt>
                <c:pt idx="15">
                  <c:v>0.10440343175187242</c:v>
                </c:pt>
                <c:pt idx="16">
                  <c:v>0.10313165406452003</c:v>
                </c:pt>
                <c:pt idx="17">
                  <c:v>0.10443709163802332</c:v>
                </c:pt>
                <c:pt idx="18">
                  <c:v>0.10367238611328865</c:v>
                </c:pt>
                <c:pt idx="19">
                  <c:v>0.10305710671355253</c:v>
                </c:pt>
                <c:pt idx="20">
                  <c:v>0.10233447167929165</c:v>
                </c:pt>
                <c:pt idx="21">
                  <c:v>0.10276232073688686</c:v>
                </c:pt>
                <c:pt idx="22">
                  <c:v>0.10048013361507087</c:v>
                </c:pt>
                <c:pt idx="23">
                  <c:v>0.09607217714132177</c:v>
                </c:pt>
                <c:pt idx="24">
                  <c:v>0.10134499598360715</c:v>
                </c:pt>
                <c:pt idx="25">
                  <c:v>0.09990822789217912</c:v>
                </c:pt>
                <c:pt idx="26">
                  <c:v>0.09620859644025385</c:v>
                </c:pt>
                <c:pt idx="27">
                  <c:v>0.09683871707666034</c:v>
                </c:pt>
                <c:pt idx="28">
                  <c:v>0.09515834999321335</c:v>
                </c:pt>
                <c:pt idx="29">
                  <c:v>0.09729343684466528</c:v>
                </c:pt>
                <c:pt idx="30">
                  <c:v>0.09578750812531357</c:v>
                </c:pt>
                <c:pt idx="31">
                  <c:v>0.09704459486149107</c:v>
                </c:pt>
                <c:pt idx="32">
                  <c:v>0.09346423031430601</c:v>
                </c:pt>
                <c:pt idx="33">
                  <c:v>0.0954618922817668</c:v>
                </c:pt>
                <c:pt idx="34">
                  <c:v>0.09425978410955062</c:v>
                </c:pt>
                <c:pt idx="35">
                  <c:v>0.09339922243846961</c:v>
                </c:pt>
                <c:pt idx="36">
                  <c:v>0.09524831846334132</c:v>
                </c:pt>
                <c:pt idx="37">
                  <c:v>0.09306845927221274</c:v>
                </c:pt>
                <c:pt idx="38">
                  <c:v>0.09274011022080733</c:v>
                </c:pt>
                <c:pt idx="39">
                  <c:v>0.09389828106914687</c:v>
                </c:pt>
                <c:pt idx="40">
                  <c:v>0.09215495255133577</c:v>
                </c:pt>
                <c:pt idx="41">
                  <c:v>0.09081116698663486</c:v>
                </c:pt>
                <c:pt idx="42">
                  <c:v>0.09012794885305601</c:v>
                </c:pt>
                <c:pt idx="43">
                  <c:v>0.09038732361112792</c:v>
                </c:pt>
                <c:pt idx="44">
                  <c:v>0.09129331252836773</c:v>
                </c:pt>
                <c:pt idx="45">
                  <c:v>0.09131480183073078</c:v>
                </c:pt>
                <c:pt idx="46">
                  <c:v>0.08728538065603336</c:v>
                </c:pt>
                <c:pt idx="47">
                  <c:v>0.0907561069692436</c:v>
                </c:pt>
                <c:pt idx="48">
                  <c:v>0.08854724307808962</c:v>
                </c:pt>
                <c:pt idx="49">
                  <c:v>0.08823956733495136</c:v>
                </c:pt>
                <c:pt idx="50">
                  <c:v>0.08827428959426113</c:v>
                </c:pt>
                <c:pt idx="51">
                  <c:v>0.08821048999937486</c:v>
                </c:pt>
                <c:pt idx="52">
                  <c:v>0.08791783990961503</c:v>
                </c:pt>
                <c:pt idx="53">
                  <c:v>0.08852928573547603</c:v>
                </c:pt>
                <c:pt idx="54">
                  <c:v>0.08743620632974217</c:v>
                </c:pt>
                <c:pt idx="55">
                  <c:v>0.08800319958732225</c:v>
                </c:pt>
                <c:pt idx="56">
                  <c:v>0.085656633779246</c:v>
                </c:pt>
                <c:pt idx="57">
                  <c:v>0.08773066589586825</c:v>
                </c:pt>
                <c:pt idx="58">
                  <c:v>0.08703487542549404</c:v>
                </c:pt>
                <c:pt idx="59">
                  <c:v>0.08623357892037589</c:v>
                </c:pt>
                <c:pt idx="60">
                  <c:v>0.08934218367179915</c:v>
                </c:pt>
                <c:pt idx="61">
                  <c:v>0.0861780337317038</c:v>
                </c:pt>
                <c:pt idx="62">
                  <c:v>0.08611348676533051</c:v>
                </c:pt>
                <c:pt idx="63">
                  <c:v>0.08620603790660188</c:v>
                </c:pt>
                <c:pt idx="64">
                  <c:v>0.0820676907068726</c:v>
                </c:pt>
                <c:pt idx="65">
                  <c:v>0.08612802916141345</c:v>
                </c:pt>
                <c:pt idx="66">
                  <c:v>0.08783044072625541</c:v>
                </c:pt>
                <c:pt idx="67">
                  <c:v>0.08311506773180788</c:v>
                </c:pt>
                <c:pt idx="68">
                  <c:v>0.08576656745374765</c:v>
                </c:pt>
                <c:pt idx="69">
                  <c:v>0.08615033466025755</c:v>
                </c:pt>
                <c:pt idx="70">
                  <c:v>0.08321703041855269</c:v>
                </c:pt>
                <c:pt idx="71">
                  <c:v>0.08565414180204882</c:v>
                </c:pt>
                <c:pt idx="72">
                  <c:v>0.08489292024094716</c:v>
                </c:pt>
                <c:pt idx="73">
                  <c:v>0.08223910541693938</c:v>
                </c:pt>
                <c:pt idx="74">
                  <c:v>0.08455253937963429</c:v>
                </c:pt>
                <c:pt idx="75">
                  <c:v>0.08710869685197564</c:v>
                </c:pt>
                <c:pt idx="76">
                  <c:v>0.08353085807414529</c:v>
                </c:pt>
                <c:pt idx="77">
                  <c:v>0.0823880118366158</c:v>
                </c:pt>
                <c:pt idx="78">
                  <c:v>0.08295657298767044</c:v>
                </c:pt>
                <c:pt idx="79">
                  <c:v>0.0830420146932602</c:v>
                </c:pt>
                <c:pt idx="80">
                  <c:v>0.08182082287724765</c:v>
                </c:pt>
                <c:pt idx="81">
                  <c:v>0.08571112017425103</c:v>
                </c:pt>
                <c:pt idx="82">
                  <c:v>0.08025979573980532</c:v>
                </c:pt>
                <c:pt idx="83">
                  <c:v>0.08297923773450847</c:v>
                </c:pt>
                <c:pt idx="84">
                  <c:v>0.08348699317935848</c:v>
                </c:pt>
                <c:pt idx="85">
                  <c:v>0.08323865537749425</c:v>
                </c:pt>
                <c:pt idx="86">
                  <c:v>0.08343731750494716</c:v>
                </c:pt>
                <c:pt idx="87">
                  <c:v>0.08402616242887515</c:v>
                </c:pt>
                <c:pt idx="88">
                  <c:v>0.08345368922585962</c:v>
                </c:pt>
                <c:pt idx="89">
                  <c:v>0.08254666353136152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Sheet1!$B$93</c:f>
              <c:strCache>
                <c:ptCount val="1"/>
                <c:pt idx="0">
                  <c:v>Validation</c:v>
                </c:pt>
              </c:strCache>
            </c:strRef>
          </c:tx>
          <c:spPr>
            <a:ln w="25400">
              <a:solidFill>
                <a:srgbClr val="63CBC7"/>
              </a:solidFill>
            </a:ln>
          </c:spPr>
          <c:marker>
            <c:symbol val="none"/>
          </c:marker>
          <c:xVal>
            <c:numRef>
              <c:f>Sheet1!$A$94:$A$183</c:f>
              <c:numCache>
                <c:formatCode>General</c:formatCode>
                <c:ptCount val="9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</c:numCache>
            </c:numRef>
          </c:xVal>
          <c:yVal>
            <c:numRef>
              <c:f>Sheet1!$B$94:$B$183</c:f>
              <c:numCache>
                <c:formatCode>General</c:formatCode>
                <c:ptCount val="90"/>
                <c:pt idx="0">
                  <c:v>0.1255907705016238</c:v>
                </c:pt>
                <c:pt idx="1">
                  <c:v>0.1066468191632041</c:v>
                </c:pt>
                <c:pt idx="2">
                  <c:v>0.12167562253887294</c:v>
                </c:pt>
                <c:pt idx="3">
                  <c:v>0.10817546510075055</c:v>
                </c:pt>
                <c:pt idx="4">
                  <c:v>0.10806454572629451</c:v>
                </c:pt>
                <c:pt idx="5">
                  <c:v>0.09634816657926341</c:v>
                </c:pt>
                <c:pt idx="6">
                  <c:v>0.10912075950398627</c:v>
                </c:pt>
                <c:pt idx="7">
                  <c:v>0.09736902440552218</c:v>
                </c:pt>
                <c:pt idx="8">
                  <c:v>0.11157310943059222</c:v>
                </c:pt>
                <c:pt idx="9">
                  <c:v>0.10441437200934874</c:v>
                </c:pt>
                <c:pt idx="10">
                  <c:v>0.10409451682416616</c:v>
                </c:pt>
                <c:pt idx="11">
                  <c:v>0.09729954694680282</c:v>
                </c:pt>
                <c:pt idx="12">
                  <c:v>0.09473277960226774</c:v>
                </c:pt>
                <c:pt idx="13">
                  <c:v>0.09515101353787521</c:v>
                </c:pt>
                <c:pt idx="14">
                  <c:v>0.10612329846079213</c:v>
                </c:pt>
                <c:pt idx="15">
                  <c:v>0.09547961498448564</c:v>
                </c:pt>
                <c:pt idx="16">
                  <c:v>0.09640270420305551</c:v>
                </c:pt>
                <c:pt idx="17">
                  <c:v>0.09671322927984792</c:v>
                </c:pt>
                <c:pt idx="18">
                  <c:v>0.09418346818487251</c:v>
                </c:pt>
                <c:pt idx="19">
                  <c:v>0.0880197496923553</c:v>
                </c:pt>
                <c:pt idx="20">
                  <c:v>0.09210025333695636</c:v>
                </c:pt>
                <c:pt idx="21">
                  <c:v>0.09000257368861422</c:v>
                </c:pt>
                <c:pt idx="22">
                  <c:v>0.10212093013566348</c:v>
                </c:pt>
                <c:pt idx="23">
                  <c:v>0.09308489878404985</c:v>
                </c:pt>
                <c:pt idx="24">
                  <c:v>0.08978901298035648</c:v>
                </c:pt>
                <c:pt idx="25">
                  <c:v>0.08974679320673047</c:v>
                </c:pt>
                <c:pt idx="26">
                  <c:v>0.09163510471286135</c:v>
                </c:pt>
                <c:pt idx="27">
                  <c:v>0.09749596246910804</c:v>
                </c:pt>
                <c:pt idx="28">
                  <c:v>0.09107874894046483</c:v>
                </c:pt>
                <c:pt idx="29">
                  <c:v>0.09268259460872548</c:v>
                </c:pt>
                <c:pt idx="30">
                  <c:v>0.0939687101115064</c:v>
                </c:pt>
                <c:pt idx="31">
                  <c:v>0.09120177390968721</c:v>
                </c:pt>
                <c:pt idx="32">
                  <c:v>0.09374234639240975</c:v>
                </c:pt>
                <c:pt idx="33">
                  <c:v>0.09340259954831417</c:v>
                </c:pt>
                <c:pt idx="34">
                  <c:v>0.09402508195138906</c:v>
                </c:pt>
                <c:pt idx="35">
                  <c:v>0.09355546811911732</c:v>
                </c:pt>
                <c:pt idx="36">
                  <c:v>0.10117076838767211</c:v>
                </c:pt>
                <c:pt idx="37">
                  <c:v>0.10110647025435146</c:v>
                </c:pt>
                <c:pt idx="38">
                  <c:v>0.08654466282740003</c:v>
                </c:pt>
                <c:pt idx="39">
                  <c:v>0.09265970346974489</c:v>
                </c:pt>
                <c:pt idx="40">
                  <c:v>0.09533090592954714</c:v>
                </c:pt>
                <c:pt idx="41">
                  <c:v>0.09086677656010263</c:v>
                </c:pt>
                <c:pt idx="42">
                  <c:v>0.09111350445625431</c:v>
                </c:pt>
                <c:pt idx="43">
                  <c:v>0.08817755691450689</c:v>
                </c:pt>
                <c:pt idx="44">
                  <c:v>0.094293858864521</c:v>
                </c:pt>
                <c:pt idx="45">
                  <c:v>0.09230104392241506</c:v>
                </c:pt>
                <c:pt idx="46">
                  <c:v>0.09222364844282228</c:v>
                </c:pt>
                <c:pt idx="47">
                  <c:v>0.08881386371501297</c:v>
                </c:pt>
                <c:pt idx="48">
                  <c:v>0.08845571769245734</c:v>
                </c:pt>
                <c:pt idx="49">
                  <c:v>0.08771110227513444</c:v>
                </c:pt>
                <c:pt idx="50">
                  <c:v>0.0921744392364096</c:v>
                </c:pt>
                <c:pt idx="51">
                  <c:v>0.08481135109755861</c:v>
                </c:pt>
                <c:pt idx="52">
                  <c:v>0.08884666168923078</c:v>
                </c:pt>
                <c:pt idx="53">
                  <c:v>0.09117278031304349</c:v>
                </c:pt>
                <c:pt idx="54">
                  <c:v>0.0882203212402358</c:v>
                </c:pt>
                <c:pt idx="55">
                  <c:v>0.08968985375245786</c:v>
                </c:pt>
                <c:pt idx="56">
                  <c:v>0.09209161151572855</c:v>
                </c:pt>
                <c:pt idx="57">
                  <c:v>0.09068937161726967</c:v>
                </c:pt>
                <c:pt idx="58">
                  <c:v>0.08570987371988821</c:v>
                </c:pt>
                <c:pt idx="59">
                  <c:v>0.08627318027007376</c:v>
                </c:pt>
                <c:pt idx="60">
                  <c:v>0.0851327978242791</c:v>
                </c:pt>
                <c:pt idx="61">
                  <c:v>0.08597217117429089</c:v>
                </c:pt>
                <c:pt idx="62">
                  <c:v>0.10130720098416357</c:v>
                </c:pt>
                <c:pt idx="63">
                  <c:v>0.09302747334134602</c:v>
                </c:pt>
                <c:pt idx="64">
                  <c:v>0.09350749438196773</c:v>
                </c:pt>
                <c:pt idx="65">
                  <c:v>0.09222911914259384</c:v>
                </c:pt>
                <c:pt idx="66">
                  <c:v>0.09487614807173925</c:v>
                </c:pt>
                <c:pt idx="67">
                  <c:v>0.09249229447291749</c:v>
                </c:pt>
                <c:pt idx="68">
                  <c:v>0.09134116313724276</c:v>
                </c:pt>
                <c:pt idx="69">
                  <c:v>0.08453553455042258</c:v>
                </c:pt>
                <c:pt idx="70">
                  <c:v>0.08732449044994728</c:v>
                </c:pt>
                <c:pt idx="71">
                  <c:v>0.09000202138945457</c:v>
                </c:pt>
                <c:pt idx="72">
                  <c:v>0.0914469177999449</c:v>
                </c:pt>
                <c:pt idx="73">
                  <c:v>0.08700550485681381</c:v>
                </c:pt>
                <c:pt idx="74">
                  <c:v>0.09406936669415646</c:v>
                </c:pt>
                <c:pt idx="75">
                  <c:v>0.08953069242021286</c:v>
                </c:pt>
                <c:pt idx="76">
                  <c:v>0.08817267323362815</c:v>
                </c:pt>
                <c:pt idx="77">
                  <c:v>0.09128655974492074</c:v>
                </c:pt>
                <c:pt idx="78">
                  <c:v>0.09262158719456713</c:v>
                </c:pt>
                <c:pt idx="79">
                  <c:v>0.08707893640485533</c:v>
                </c:pt>
                <c:pt idx="80">
                  <c:v>0.09313000934089957</c:v>
                </c:pt>
                <c:pt idx="81">
                  <c:v>0.08502360072237419</c:v>
                </c:pt>
                <c:pt idx="82">
                  <c:v>0.09040792747180215</c:v>
                </c:pt>
                <c:pt idx="83">
                  <c:v>0.08849450793271779</c:v>
                </c:pt>
                <c:pt idx="84">
                  <c:v>0.08810527877138467</c:v>
                </c:pt>
                <c:pt idx="85">
                  <c:v>0.09006460148067098</c:v>
                </c:pt>
                <c:pt idx="86">
                  <c:v>0.08778917320802684</c:v>
                </c:pt>
                <c:pt idx="87">
                  <c:v>0.08568096174025693</c:v>
                </c:pt>
                <c:pt idx="88">
                  <c:v>0.092516602614564</c:v>
                </c:pt>
                <c:pt idx="89">
                  <c:v>0.09353341549062404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000" b="0">
                    <a:solidFill>
                      <a:srgbClr val="ABBEC9"/>
                    </a:solidFill>
                    <a:latin typeface="Aptos"/>
                  </a:rPr>
                  <a:t>Epoch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9525">
            <a:solidFill>
              <a:srgbClr val="2B485A"/>
            </a:solidFill>
          </a:ln>
        </c:spPr>
        <c:txPr>
          <a:bodyPr/>
          <a:lstStyle/>
          <a:p>
            <a:pPr>
              <a:defRPr sz="1000">
                <a:solidFill>
                  <a:srgbClr val="ABBEC9"/>
                </a:solidFill>
                <a:latin typeface="Aptos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inMax"/>
          <c:max val="0.3"/>
          <c:min val="0.05"/>
        </c:scaling>
        <c:delete val="0"/>
        <c:axPos val="l"/>
        <c:majorGridlines>
          <c:spPr>
            <a:ln w="6350">
              <a:solidFill>
                <a:srgbClr val="21405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ABBEC9"/>
                    </a:solidFill>
                    <a:latin typeface="Aptos"/>
                  </a:rPr>
                  <a:t>MSE on standardized log target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 w="9525">
            <a:solidFill>
              <a:srgbClr val="2B485A"/>
            </a:solidFill>
          </a:ln>
        </c:spPr>
        <c:txPr>
          <a:bodyPr/>
          <a:lstStyle/>
          <a:p>
            <a:pPr>
              <a:defRPr sz="1000">
                <a:solidFill>
                  <a:srgbClr val="ABBEC9"/>
                </a:solidFill>
                <a:latin typeface="Aptos"/>
              </a:defRPr>
            </a:pPr>
          </a:p>
        </c:txPr>
        <c:crossAx val="-2128940872"/>
        <c:crosses val="autoZero"/>
        <c:crossBetween val="midCat"/>
        <c:majorUnit val="0.05"/>
      </c:valAx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D6E1E8"/>
              </a:solidFill>
              <a:latin typeface="Aptos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ABBEC9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F8FBFC"/>
                </a:solidFill>
                <a:latin typeface="Aptos"/>
              </a:rPr>
              <a:t>Test MAE (INR thousand) — lower is better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MAE (INR thousand)</c:v>
                </c:pt>
              </c:strCache>
            </c:strRef>
          </c:tx>
          <c:dPt>
            <c:idx val="0"/>
            <c:spPr>
              <a:solidFill>
                <a:srgbClr val="DDB55B"/>
              </a:solidFill>
            </c:spPr>
          </c:dPt>
          <c:dPt>
            <c:idx val="1"/>
            <c:spPr>
              <a:solidFill>
                <a:srgbClr val="2AB1AE"/>
              </a:solidFill>
            </c:spPr>
          </c:dPt>
          <c:dPt>
            <c:idx val="2"/>
            <c:spPr>
              <a:solidFill>
                <a:srgbClr val="7F95A5"/>
              </a:solidFill>
            </c:spPr>
          </c:dPt>
          <c:cat>
            <c:strRef>
              <c:f>Sheet1!$A$2:$A$4</c:f>
              <c:strCache>
                <c:ptCount val="3"/>
                <c:pt idx="0">
                  <c:v>NumPy ANN</c:v>
                </c:pt>
                <c:pt idx="1">
                  <c:v>Keras ANN</c:v>
                </c:pt>
                <c:pt idx="2">
                  <c:v>Linear regression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78.49</c:v>
                </c:pt>
                <c:pt idx="1">
                  <c:v>77.56</c:v>
                </c:pt>
                <c:pt idx="2">
                  <c:v>139.44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 b="1">
                  <a:solidFill>
                    <a:srgbClr val="F8FBFC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2B485A"/>
            </a:solidFill>
          </a:ln>
        </c:spPr>
        <c:txPr>
          <a:bodyPr/>
          <a:lstStyle/>
          <a:p>
            <a:pPr>
              <a:defRPr sz="1200">
                <a:solidFill>
                  <a:srgbClr val="D6E1E8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.0"/>
          <c:min val="0.0"/>
        </c:scaling>
        <c:delete val="0"/>
        <c:axPos val="b"/>
        <c:majorGridlines>
          <c:spPr>
            <a:ln w="6350">
              <a:solidFill>
                <a:srgbClr val="21405A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 w="9525">
            <a:solidFill>
              <a:srgbClr val="2B485A"/>
            </a:solidFill>
          </a:ln>
        </c:spPr>
        <c:txPr>
          <a:bodyPr/>
          <a:lstStyle/>
          <a:p>
            <a:pPr>
              <a:defRPr sz="1000">
                <a:solidFill>
                  <a:srgbClr val="ABBEC9"/>
                </a:solidFill>
                <a:latin typeface="Aptos"/>
              </a:defRPr>
            </a:pPr>
          </a:p>
        </c:txPr>
        <c:crossAx val="-2068027336"/>
        <c:crosses val="autoZero"/>
        <c:majorUnit val="4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solidFill>
            <a:srgbClr val="ABBEC9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>
                <a:solidFill>
                  <a:srgbClr val="F8FBFC"/>
                </a:solidFill>
                <a:latin typeface="Aptos"/>
              </a:rPr>
              <a:t>Keras ANN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Keras ANN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3"/>
            <c:spPr>
              <a:solidFill>
                <a:srgbClr val="63CBC7">
                  <a:alpha val="55000"/>
                </a:srgbClr>
              </a:solidFill>
              <a:ln>
                <a:noFill/>
              </a:ln>
            </c:spPr>
          </c:marker>
          <c:xVal>
            <c:numRef>
              <c:f>Sheet1!$A$2:$A$1040</c:f>
              <c:numCache>
                <c:formatCode>General</c:formatCode>
                <c:ptCount val="1039"/>
                <c:pt idx="0">
                  <c:v>72.0</c:v>
                </c:pt>
                <c:pt idx="1">
                  <c:v>13.0</c:v>
                </c:pt>
                <c:pt idx="2">
                  <c:v>6.75</c:v>
                </c:pt>
                <c:pt idx="3">
                  <c:v>3.5</c:v>
                </c:pt>
                <c:pt idx="4">
                  <c:v>1.85</c:v>
                </c:pt>
                <c:pt idx="5">
                  <c:v>7.0</c:v>
                </c:pt>
                <c:pt idx="6">
                  <c:v>5.2</c:v>
                </c:pt>
                <c:pt idx="7">
                  <c:v>5.9</c:v>
                </c:pt>
                <c:pt idx="8">
                  <c:v>1.5</c:v>
                </c:pt>
                <c:pt idx="9">
                  <c:v>2.75</c:v>
                </c:pt>
                <c:pt idx="10">
                  <c:v>4.25</c:v>
                </c:pt>
                <c:pt idx="11">
                  <c:v>7.5</c:v>
                </c:pt>
                <c:pt idx="12">
                  <c:v>3.4</c:v>
                </c:pt>
                <c:pt idx="13">
                  <c:v>2.0</c:v>
                </c:pt>
                <c:pt idx="14">
                  <c:v>7.5</c:v>
                </c:pt>
                <c:pt idx="15">
                  <c:v>2.2</c:v>
                </c:pt>
                <c:pt idx="16">
                  <c:v>5.75</c:v>
                </c:pt>
                <c:pt idx="17">
                  <c:v>3.0</c:v>
                </c:pt>
                <c:pt idx="18">
                  <c:v>4.5</c:v>
                </c:pt>
                <c:pt idx="19">
                  <c:v>3.3</c:v>
                </c:pt>
                <c:pt idx="20">
                  <c:v>27.0</c:v>
                </c:pt>
                <c:pt idx="21">
                  <c:v>5.25</c:v>
                </c:pt>
                <c:pt idx="22">
                  <c:v>1.5</c:v>
                </c:pt>
                <c:pt idx="23">
                  <c:v>9.5</c:v>
                </c:pt>
                <c:pt idx="24">
                  <c:v>4.15</c:v>
                </c:pt>
                <c:pt idx="25">
                  <c:v>4.2</c:v>
                </c:pt>
                <c:pt idx="26">
                  <c:v>4.11</c:v>
                </c:pt>
                <c:pt idx="27">
                  <c:v>18.5</c:v>
                </c:pt>
                <c:pt idx="28">
                  <c:v>7.5</c:v>
                </c:pt>
                <c:pt idx="29">
                  <c:v>10.0</c:v>
                </c:pt>
                <c:pt idx="30">
                  <c:v>3.5</c:v>
                </c:pt>
                <c:pt idx="31">
                  <c:v>4.65</c:v>
                </c:pt>
                <c:pt idx="32">
                  <c:v>6.85</c:v>
                </c:pt>
                <c:pt idx="33">
                  <c:v>1.14999</c:v>
                </c:pt>
                <c:pt idx="34">
                  <c:v>2.5</c:v>
                </c:pt>
                <c:pt idx="35">
                  <c:v>2.75</c:v>
                </c:pt>
                <c:pt idx="36">
                  <c:v>5.09999</c:v>
                </c:pt>
                <c:pt idx="37">
                  <c:v>3.75</c:v>
                </c:pt>
                <c:pt idx="38">
                  <c:v>5.11</c:v>
                </c:pt>
                <c:pt idx="39">
                  <c:v>2.8</c:v>
                </c:pt>
                <c:pt idx="40">
                  <c:v>3.2</c:v>
                </c:pt>
                <c:pt idx="41">
                  <c:v>9.5</c:v>
                </c:pt>
                <c:pt idx="42">
                  <c:v>4.5</c:v>
                </c:pt>
                <c:pt idx="43">
                  <c:v>8.4</c:v>
                </c:pt>
                <c:pt idx="44">
                  <c:v>3.4</c:v>
                </c:pt>
                <c:pt idx="45">
                  <c:v>6.0</c:v>
                </c:pt>
                <c:pt idx="46">
                  <c:v>0.8</c:v>
                </c:pt>
                <c:pt idx="47">
                  <c:v>4.75</c:v>
                </c:pt>
                <c:pt idx="48">
                  <c:v>6.1</c:v>
                </c:pt>
                <c:pt idx="49">
                  <c:v>4.0</c:v>
                </c:pt>
                <c:pt idx="50">
                  <c:v>5.0</c:v>
                </c:pt>
                <c:pt idx="51">
                  <c:v>7.5</c:v>
                </c:pt>
                <c:pt idx="52">
                  <c:v>5.09999</c:v>
                </c:pt>
                <c:pt idx="53">
                  <c:v>4.7</c:v>
                </c:pt>
                <c:pt idx="54">
                  <c:v>4.0</c:v>
                </c:pt>
                <c:pt idx="55">
                  <c:v>0.8</c:v>
                </c:pt>
                <c:pt idx="56">
                  <c:v>9.25</c:v>
                </c:pt>
                <c:pt idx="57">
                  <c:v>6.0</c:v>
                </c:pt>
                <c:pt idx="58">
                  <c:v>1.14999</c:v>
                </c:pt>
                <c:pt idx="59">
                  <c:v>1.42</c:v>
                </c:pt>
                <c:pt idx="60">
                  <c:v>3.0</c:v>
                </c:pt>
                <c:pt idx="61">
                  <c:v>1.1</c:v>
                </c:pt>
                <c:pt idx="62">
                  <c:v>4.95</c:v>
                </c:pt>
                <c:pt idx="63">
                  <c:v>10.0</c:v>
                </c:pt>
                <c:pt idx="64">
                  <c:v>1.3</c:v>
                </c:pt>
                <c:pt idx="65">
                  <c:v>3.5</c:v>
                </c:pt>
                <c:pt idx="66">
                  <c:v>6.0</c:v>
                </c:pt>
                <c:pt idx="67">
                  <c:v>5.5</c:v>
                </c:pt>
                <c:pt idx="68">
                  <c:v>1.55</c:v>
                </c:pt>
                <c:pt idx="69">
                  <c:v>4.16</c:v>
                </c:pt>
                <c:pt idx="70">
                  <c:v>5.73</c:v>
                </c:pt>
                <c:pt idx="71">
                  <c:v>3.6</c:v>
                </c:pt>
                <c:pt idx="72">
                  <c:v>9.0</c:v>
                </c:pt>
                <c:pt idx="73">
                  <c:v>3.62</c:v>
                </c:pt>
                <c:pt idx="74">
                  <c:v>2.75</c:v>
                </c:pt>
                <c:pt idx="75">
                  <c:v>9.0</c:v>
                </c:pt>
                <c:pt idx="76">
                  <c:v>21.5</c:v>
                </c:pt>
                <c:pt idx="77">
                  <c:v>0.7</c:v>
                </c:pt>
                <c:pt idx="78">
                  <c:v>3.2</c:v>
                </c:pt>
                <c:pt idx="79">
                  <c:v>9.5</c:v>
                </c:pt>
                <c:pt idx="80">
                  <c:v>1.1</c:v>
                </c:pt>
                <c:pt idx="81">
                  <c:v>6.2</c:v>
                </c:pt>
                <c:pt idx="82">
                  <c:v>29.5</c:v>
                </c:pt>
                <c:pt idx="83">
                  <c:v>7.0</c:v>
                </c:pt>
                <c:pt idx="84">
                  <c:v>5.5</c:v>
                </c:pt>
                <c:pt idx="85">
                  <c:v>2.7</c:v>
                </c:pt>
                <c:pt idx="86">
                  <c:v>3.61</c:v>
                </c:pt>
                <c:pt idx="87">
                  <c:v>3.5</c:v>
                </c:pt>
                <c:pt idx="88">
                  <c:v>6.25</c:v>
                </c:pt>
                <c:pt idx="89">
                  <c:v>21.0</c:v>
                </c:pt>
                <c:pt idx="90">
                  <c:v>1.2</c:v>
                </c:pt>
                <c:pt idx="91">
                  <c:v>3.6</c:v>
                </c:pt>
                <c:pt idx="92">
                  <c:v>3.0</c:v>
                </c:pt>
                <c:pt idx="93">
                  <c:v>1.2</c:v>
                </c:pt>
                <c:pt idx="94">
                  <c:v>2.04999</c:v>
                </c:pt>
                <c:pt idx="95">
                  <c:v>4.09999</c:v>
                </c:pt>
                <c:pt idx="96">
                  <c:v>9.5</c:v>
                </c:pt>
                <c:pt idx="97">
                  <c:v>2.7</c:v>
                </c:pt>
                <c:pt idx="98">
                  <c:v>5.2</c:v>
                </c:pt>
                <c:pt idx="99">
                  <c:v>5.0</c:v>
                </c:pt>
                <c:pt idx="100">
                  <c:v>5.5</c:v>
                </c:pt>
                <c:pt idx="101">
                  <c:v>6.43</c:v>
                </c:pt>
                <c:pt idx="102">
                  <c:v>3.5</c:v>
                </c:pt>
                <c:pt idx="103">
                  <c:v>7.8</c:v>
                </c:pt>
                <c:pt idx="104">
                  <c:v>3.0</c:v>
                </c:pt>
                <c:pt idx="105">
                  <c:v>20.0</c:v>
                </c:pt>
                <c:pt idx="106">
                  <c:v>5.4</c:v>
                </c:pt>
                <c:pt idx="107">
                  <c:v>5.25</c:v>
                </c:pt>
                <c:pt idx="108">
                  <c:v>0.4</c:v>
                </c:pt>
                <c:pt idx="109">
                  <c:v>7.0</c:v>
                </c:pt>
                <c:pt idx="110">
                  <c:v>4.0</c:v>
                </c:pt>
                <c:pt idx="111">
                  <c:v>4.21</c:v>
                </c:pt>
                <c:pt idx="112">
                  <c:v>5.0</c:v>
                </c:pt>
                <c:pt idx="113">
                  <c:v>2.52999</c:v>
                </c:pt>
                <c:pt idx="114">
                  <c:v>3.2</c:v>
                </c:pt>
                <c:pt idx="115">
                  <c:v>8.69999</c:v>
                </c:pt>
                <c:pt idx="116">
                  <c:v>1.5</c:v>
                </c:pt>
                <c:pt idx="117">
                  <c:v>6.5</c:v>
                </c:pt>
                <c:pt idx="118">
                  <c:v>7.25</c:v>
                </c:pt>
                <c:pt idx="119">
                  <c:v>4.5</c:v>
                </c:pt>
                <c:pt idx="120">
                  <c:v>2.9</c:v>
                </c:pt>
                <c:pt idx="121">
                  <c:v>8.0</c:v>
                </c:pt>
                <c:pt idx="122">
                  <c:v>6.45</c:v>
                </c:pt>
                <c:pt idx="123">
                  <c:v>3.4</c:v>
                </c:pt>
                <c:pt idx="124">
                  <c:v>6.45</c:v>
                </c:pt>
                <c:pt idx="125">
                  <c:v>7.5</c:v>
                </c:pt>
                <c:pt idx="126">
                  <c:v>4.5</c:v>
                </c:pt>
                <c:pt idx="127">
                  <c:v>7.5</c:v>
                </c:pt>
                <c:pt idx="128">
                  <c:v>3.5</c:v>
                </c:pt>
                <c:pt idx="129">
                  <c:v>4.51</c:v>
                </c:pt>
                <c:pt idx="130">
                  <c:v>4.4</c:v>
                </c:pt>
                <c:pt idx="131">
                  <c:v>5.7</c:v>
                </c:pt>
                <c:pt idx="132">
                  <c:v>0.5</c:v>
                </c:pt>
                <c:pt idx="133">
                  <c:v>4.59999</c:v>
                </c:pt>
                <c:pt idx="134">
                  <c:v>9.5</c:v>
                </c:pt>
                <c:pt idx="135">
                  <c:v>11.5</c:v>
                </c:pt>
                <c:pt idx="136">
                  <c:v>1.38</c:v>
                </c:pt>
                <c:pt idx="137">
                  <c:v>6.0</c:v>
                </c:pt>
                <c:pt idx="138">
                  <c:v>6.5</c:v>
                </c:pt>
                <c:pt idx="139">
                  <c:v>3.25</c:v>
                </c:pt>
                <c:pt idx="140">
                  <c:v>6.45</c:v>
                </c:pt>
                <c:pt idx="141">
                  <c:v>21.5</c:v>
                </c:pt>
                <c:pt idx="142">
                  <c:v>6.25</c:v>
                </c:pt>
                <c:pt idx="143">
                  <c:v>1.14999</c:v>
                </c:pt>
                <c:pt idx="144">
                  <c:v>7.5</c:v>
                </c:pt>
                <c:pt idx="145">
                  <c:v>7.5</c:v>
                </c:pt>
                <c:pt idx="146">
                  <c:v>0.85</c:v>
                </c:pt>
                <c:pt idx="147">
                  <c:v>4.75</c:v>
                </c:pt>
                <c:pt idx="148">
                  <c:v>3.35</c:v>
                </c:pt>
                <c:pt idx="149">
                  <c:v>1.6</c:v>
                </c:pt>
                <c:pt idx="150">
                  <c:v>6.0</c:v>
                </c:pt>
                <c:pt idx="151">
                  <c:v>5.5</c:v>
                </c:pt>
                <c:pt idx="152">
                  <c:v>6.0</c:v>
                </c:pt>
                <c:pt idx="153">
                  <c:v>2.75</c:v>
                </c:pt>
                <c:pt idx="154">
                  <c:v>7.5</c:v>
                </c:pt>
                <c:pt idx="155">
                  <c:v>9.0</c:v>
                </c:pt>
                <c:pt idx="156">
                  <c:v>5.0</c:v>
                </c:pt>
                <c:pt idx="157">
                  <c:v>1.35</c:v>
                </c:pt>
                <c:pt idx="158">
                  <c:v>6.0</c:v>
                </c:pt>
                <c:pt idx="159">
                  <c:v>1.75</c:v>
                </c:pt>
                <c:pt idx="160">
                  <c:v>7.5</c:v>
                </c:pt>
                <c:pt idx="161">
                  <c:v>5.2</c:v>
                </c:pt>
                <c:pt idx="162">
                  <c:v>3.6</c:v>
                </c:pt>
                <c:pt idx="163">
                  <c:v>4.75</c:v>
                </c:pt>
                <c:pt idx="164">
                  <c:v>4.0</c:v>
                </c:pt>
                <c:pt idx="165">
                  <c:v>6.9</c:v>
                </c:pt>
                <c:pt idx="166">
                  <c:v>3.0</c:v>
                </c:pt>
                <c:pt idx="167">
                  <c:v>3.2</c:v>
                </c:pt>
                <c:pt idx="168">
                  <c:v>3.85</c:v>
                </c:pt>
                <c:pt idx="169">
                  <c:v>5.75</c:v>
                </c:pt>
                <c:pt idx="170">
                  <c:v>1.45</c:v>
                </c:pt>
                <c:pt idx="171">
                  <c:v>3.7</c:v>
                </c:pt>
                <c:pt idx="172">
                  <c:v>4.5</c:v>
                </c:pt>
                <c:pt idx="173">
                  <c:v>2.5</c:v>
                </c:pt>
                <c:pt idx="174">
                  <c:v>0.81</c:v>
                </c:pt>
                <c:pt idx="175">
                  <c:v>1.7</c:v>
                </c:pt>
                <c:pt idx="176">
                  <c:v>4.11</c:v>
                </c:pt>
                <c:pt idx="177">
                  <c:v>5.0</c:v>
                </c:pt>
                <c:pt idx="178">
                  <c:v>2.25</c:v>
                </c:pt>
                <c:pt idx="179">
                  <c:v>1.25</c:v>
                </c:pt>
                <c:pt idx="180">
                  <c:v>9.0</c:v>
                </c:pt>
                <c:pt idx="181">
                  <c:v>1.5</c:v>
                </c:pt>
                <c:pt idx="182">
                  <c:v>4.5</c:v>
                </c:pt>
                <c:pt idx="183">
                  <c:v>5.75</c:v>
                </c:pt>
                <c:pt idx="184">
                  <c:v>0.55</c:v>
                </c:pt>
                <c:pt idx="185">
                  <c:v>5.0</c:v>
                </c:pt>
                <c:pt idx="186">
                  <c:v>4.0</c:v>
                </c:pt>
                <c:pt idx="187">
                  <c:v>6.7</c:v>
                </c:pt>
                <c:pt idx="188">
                  <c:v>2.0</c:v>
                </c:pt>
                <c:pt idx="189">
                  <c:v>6.5</c:v>
                </c:pt>
                <c:pt idx="190">
                  <c:v>5.0</c:v>
                </c:pt>
                <c:pt idx="191">
                  <c:v>3.25</c:v>
                </c:pt>
                <c:pt idx="192">
                  <c:v>4.0</c:v>
                </c:pt>
                <c:pt idx="193">
                  <c:v>4.5</c:v>
                </c:pt>
                <c:pt idx="194">
                  <c:v>7.75</c:v>
                </c:pt>
                <c:pt idx="195">
                  <c:v>1.3</c:v>
                </c:pt>
                <c:pt idx="196">
                  <c:v>2.0</c:v>
                </c:pt>
                <c:pt idx="197">
                  <c:v>2.2</c:v>
                </c:pt>
                <c:pt idx="198">
                  <c:v>6.25</c:v>
                </c:pt>
                <c:pt idx="199">
                  <c:v>1.3</c:v>
                </c:pt>
                <c:pt idx="200">
                  <c:v>8.0</c:v>
                </c:pt>
                <c:pt idx="201">
                  <c:v>3.2</c:v>
                </c:pt>
                <c:pt idx="202">
                  <c:v>2.45</c:v>
                </c:pt>
                <c:pt idx="203">
                  <c:v>25.5</c:v>
                </c:pt>
                <c:pt idx="204">
                  <c:v>16.5</c:v>
                </c:pt>
                <c:pt idx="205">
                  <c:v>7.7</c:v>
                </c:pt>
                <c:pt idx="206">
                  <c:v>4.82</c:v>
                </c:pt>
                <c:pt idx="207">
                  <c:v>0.8</c:v>
                </c:pt>
                <c:pt idx="208">
                  <c:v>12.0</c:v>
                </c:pt>
                <c:pt idx="209">
                  <c:v>2.4</c:v>
                </c:pt>
                <c:pt idx="210">
                  <c:v>8.0</c:v>
                </c:pt>
                <c:pt idx="211">
                  <c:v>2.11</c:v>
                </c:pt>
                <c:pt idx="212">
                  <c:v>1.0</c:v>
                </c:pt>
                <c:pt idx="213">
                  <c:v>2.8</c:v>
                </c:pt>
                <c:pt idx="214">
                  <c:v>2.46</c:v>
                </c:pt>
                <c:pt idx="215">
                  <c:v>3.0</c:v>
                </c:pt>
                <c:pt idx="216">
                  <c:v>2.1</c:v>
                </c:pt>
                <c:pt idx="217">
                  <c:v>6.0</c:v>
                </c:pt>
                <c:pt idx="218">
                  <c:v>2.6</c:v>
                </c:pt>
                <c:pt idx="219">
                  <c:v>6.5</c:v>
                </c:pt>
                <c:pt idx="220">
                  <c:v>1.1</c:v>
                </c:pt>
                <c:pt idx="221">
                  <c:v>3.85</c:v>
                </c:pt>
                <c:pt idx="222">
                  <c:v>2.95</c:v>
                </c:pt>
                <c:pt idx="223">
                  <c:v>5.25</c:v>
                </c:pt>
                <c:pt idx="224">
                  <c:v>1.6</c:v>
                </c:pt>
                <c:pt idx="225">
                  <c:v>8.5</c:v>
                </c:pt>
                <c:pt idx="226">
                  <c:v>5.0</c:v>
                </c:pt>
                <c:pt idx="227">
                  <c:v>2.0</c:v>
                </c:pt>
                <c:pt idx="228">
                  <c:v>5.9</c:v>
                </c:pt>
                <c:pt idx="229">
                  <c:v>3.6</c:v>
                </c:pt>
                <c:pt idx="230">
                  <c:v>4.5</c:v>
                </c:pt>
                <c:pt idx="231">
                  <c:v>8.8</c:v>
                </c:pt>
                <c:pt idx="232">
                  <c:v>8.9</c:v>
                </c:pt>
                <c:pt idx="233">
                  <c:v>23.75</c:v>
                </c:pt>
                <c:pt idx="234">
                  <c:v>9.0</c:v>
                </c:pt>
                <c:pt idx="235">
                  <c:v>2.0</c:v>
                </c:pt>
                <c:pt idx="236">
                  <c:v>12.1</c:v>
                </c:pt>
                <c:pt idx="237">
                  <c:v>3.88</c:v>
                </c:pt>
                <c:pt idx="238">
                  <c:v>4.75</c:v>
                </c:pt>
                <c:pt idx="239">
                  <c:v>1.5</c:v>
                </c:pt>
                <c:pt idx="240">
                  <c:v>7.8</c:v>
                </c:pt>
                <c:pt idx="241">
                  <c:v>2.29999</c:v>
                </c:pt>
                <c:pt idx="242">
                  <c:v>6.5</c:v>
                </c:pt>
                <c:pt idx="243">
                  <c:v>6.3</c:v>
                </c:pt>
                <c:pt idx="244">
                  <c:v>1.6</c:v>
                </c:pt>
                <c:pt idx="245">
                  <c:v>4.2</c:v>
                </c:pt>
                <c:pt idx="246">
                  <c:v>6.0</c:v>
                </c:pt>
                <c:pt idx="247">
                  <c:v>8.0</c:v>
                </c:pt>
                <c:pt idx="248">
                  <c:v>9.75</c:v>
                </c:pt>
                <c:pt idx="249">
                  <c:v>4.5</c:v>
                </c:pt>
                <c:pt idx="250">
                  <c:v>2.6</c:v>
                </c:pt>
                <c:pt idx="251">
                  <c:v>4.0</c:v>
                </c:pt>
                <c:pt idx="252">
                  <c:v>0.33351</c:v>
                </c:pt>
                <c:pt idx="253">
                  <c:v>3.99</c:v>
                </c:pt>
                <c:pt idx="254">
                  <c:v>0.65</c:v>
                </c:pt>
                <c:pt idx="255">
                  <c:v>6.7</c:v>
                </c:pt>
                <c:pt idx="256">
                  <c:v>3.95</c:v>
                </c:pt>
                <c:pt idx="257">
                  <c:v>5.51</c:v>
                </c:pt>
                <c:pt idx="258">
                  <c:v>4.99</c:v>
                </c:pt>
                <c:pt idx="259">
                  <c:v>6.25</c:v>
                </c:pt>
                <c:pt idx="260">
                  <c:v>4.25</c:v>
                </c:pt>
                <c:pt idx="261">
                  <c:v>7.0</c:v>
                </c:pt>
                <c:pt idx="262">
                  <c:v>4.34999</c:v>
                </c:pt>
                <c:pt idx="263">
                  <c:v>8.49</c:v>
                </c:pt>
                <c:pt idx="264">
                  <c:v>4.5</c:v>
                </c:pt>
                <c:pt idx="265">
                  <c:v>1.35</c:v>
                </c:pt>
                <c:pt idx="266">
                  <c:v>2.5</c:v>
                </c:pt>
                <c:pt idx="267">
                  <c:v>2.9</c:v>
                </c:pt>
                <c:pt idx="268">
                  <c:v>7.0</c:v>
                </c:pt>
                <c:pt idx="269">
                  <c:v>2.8</c:v>
                </c:pt>
                <c:pt idx="270">
                  <c:v>5.2</c:v>
                </c:pt>
                <c:pt idx="271">
                  <c:v>3.8</c:v>
                </c:pt>
                <c:pt idx="272">
                  <c:v>3.8</c:v>
                </c:pt>
                <c:pt idx="273">
                  <c:v>1.29</c:v>
                </c:pt>
                <c:pt idx="274">
                  <c:v>2.9</c:v>
                </c:pt>
                <c:pt idx="275">
                  <c:v>5.85</c:v>
                </c:pt>
                <c:pt idx="276">
                  <c:v>7.5</c:v>
                </c:pt>
                <c:pt idx="277">
                  <c:v>33.0</c:v>
                </c:pt>
                <c:pt idx="278">
                  <c:v>1.85</c:v>
                </c:pt>
                <c:pt idx="279">
                  <c:v>2.5</c:v>
                </c:pt>
                <c:pt idx="280">
                  <c:v>3.5</c:v>
                </c:pt>
                <c:pt idx="281">
                  <c:v>7.45</c:v>
                </c:pt>
                <c:pt idx="282">
                  <c:v>3.5</c:v>
                </c:pt>
                <c:pt idx="283">
                  <c:v>3.2</c:v>
                </c:pt>
                <c:pt idx="284">
                  <c:v>4.51</c:v>
                </c:pt>
                <c:pt idx="285">
                  <c:v>5.85</c:v>
                </c:pt>
                <c:pt idx="286">
                  <c:v>11.0</c:v>
                </c:pt>
                <c:pt idx="287">
                  <c:v>3.5</c:v>
                </c:pt>
                <c:pt idx="288">
                  <c:v>3.75</c:v>
                </c:pt>
                <c:pt idx="289">
                  <c:v>7.0</c:v>
                </c:pt>
                <c:pt idx="290">
                  <c:v>5.5</c:v>
                </c:pt>
                <c:pt idx="291">
                  <c:v>4.55</c:v>
                </c:pt>
                <c:pt idx="292">
                  <c:v>0.85</c:v>
                </c:pt>
                <c:pt idx="293">
                  <c:v>2.92</c:v>
                </c:pt>
                <c:pt idx="294">
                  <c:v>3.0</c:v>
                </c:pt>
                <c:pt idx="295">
                  <c:v>0.6</c:v>
                </c:pt>
                <c:pt idx="296">
                  <c:v>4.2</c:v>
                </c:pt>
                <c:pt idx="297">
                  <c:v>5.85</c:v>
                </c:pt>
                <c:pt idx="298">
                  <c:v>3.5</c:v>
                </c:pt>
                <c:pt idx="299">
                  <c:v>4.59999</c:v>
                </c:pt>
                <c:pt idx="300">
                  <c:v>2.75</c:v>
                </c:pt>
                <c:pt idx="301">
                  <c:v>4.5</c:v>
                </c:pt>
                <c:pt idx="302">
                  <c:v>5.0</c:v>
                </c:pt>
                <c:pt idx="303">
                  <c:v>2.25</c:v>
                </c:pt>
                <c:pt idx="304">
                  <c:v>8.75</c:v>
                </c:pt>
                <c:pt idx="305">
                  <c:v>1.25</c:v>
                </c:pt>
                <c:pt idx="306">
                  <c:v>1.75</c:v>
                </c:pt>
                <c:pt idx="307">
                  <c:v>4.0</c:v>
                </c:pt>
                <c:pt idx="308">
                  <c:v>6.5</c:v>
                </c:pt>
                <c:pt idx="309">
                  <c:v>1.2</c:v>
                </c:pt>
                <c:pt idx="310">
                  <c:v>2.75</c:v>
                </c:pt>
                <c:pt idx="311">
                  <c:v>3.0</c:v>
                </c:pt>
                <c:pt idx="312">
                  <c:v>3.0</c:v>
                </c:pt>
                <c:pt idx="313">
                  <c:v>9.5</c:v>
                </c:pt>
                <c:pt idx="314">
                  <c:v>5.75</c:v>
                </c:pt>
                <c:pt idx="315">
                  <c:v>6.5</c:v>
                </c:pt>
                <c:pt idx="316">
                  <c:v>19.5</c:v>
                </c:pt>
                <c:pt idx="317">
                  <c:v>2.4</c:v>
                </c:pt>
                <c:pt idx="318">
                  <c:v>1.42</c:v>
                </c:pt>
                <c:pt idx="319">
                  <c:v>10.85</c:v>
                </c:pt>
                <c:pt idx="320">
                  <c:v>5.4</c:v>
                </c:pt>
                <c:pt idx="321">
                  <c:v>5.5</c:v>
                </c:pt>
                <c:pt idx="322">
                  <c:v>5.0</c:v>
                </c:pt>
                <c:pt idx="323">
                  <c:v>0.65</c:v>
                </c:pt>
                <c:pt idx="324">
                  <c:v>3.4</c:v>
                </c:pt>
                <c:pt idx="325">
                  <c:v>3.5</c:v>
                </c:pt>
                <c:pt idx="326">
                  <c:v>6.6</c:v>
                </c:pt>
                <c:pt idx="327">
                  <c:v>1.9</c:v>
                </c:pt>
                <c:pt idx="328">
                  <c:v>4.8</c:v>
                </c:pt>
                <c:pt idx="329">
                  <c:v>1.2</c:v>
                </c:pt>
                <c:pt idx="330">
                  <c:v>2.4</c:v>
                </c:pt>
                <c:pt idx="331">
                  <c:v>3.1</c:v>
                </c:pt>
                <c:pt idx="332">
                  <c:v>1.96</c:v>
                </c:pt>
                <c:pt idx="333">
                  <c:v>2.8</c:v>
                </c:pt>
                <c:pt idx="334">
                  <c:v>3.3</c:v>
                </c:pt>
                <c:pt idx="335">
                  <c:v>4.5</c:v>
                </c:pt>
                <c:pt idx="336">
                  <c:v>9.25</c:v>
                </c:pt>
                <c:pt idx="337">
                  <c:v>2.0</c:v>
                </c:pt>
                <c:pt idx="338">
                  <c:v>2.6</c:v>
                </c:pt>
                <c:pt idx="339">
                  <c:v>3.5</c:v>
                </c:pt>
                <c:pt idx="340">
                  <c:v>6.5</c:v>
                </c:pt>
                <c:pt idx="341">
                  <c:v>10.5</c:v>
                </c:pt>
                <c:pt idx="342">
                  <c:v>10.25</c:v>
                </c:pt>
                <c:pt idx="343">
                  <c:v>12.0</c:v>
                </c:pt>
                <c:pt idx="344">
                  <c:v>4.8</c:v>
                </c:pt>
                <c:pt idx="345">
                  <c:v>0.7</c:v>
                </c:pt>
                <c:pt idx="346">
                  <c:v>7.1</c:v>
                </c:pt>
                <c:pt idx="347">
                  <c:v>5.0</c:v>
                </c:pt>
                <c:pt idx="348">
                  <c:v>3.0</c:v>
                </c:pt>
                <c:pt idx="349">
                  <c:v>4.75</c:v>
                </c:pt>
                <c:pt idx="350">
                  <c:v>1.22</c:v>
                </c:pt>
                <c:pt idx="351">
                  <c:v>1.35</c:v>
                </c:pt>
                <c:pt idx="352">
                  <c:v>4.4</c:v>
                </c:pt>
                <c:pt idx="353">
                  <c:v>9.0</c:v>
                </c:pt>
                <c:pt idx="354">
                  <c:v>5.0</c:v>
                </c:pt>
                <c:pt idx="355">
                  <c:v>4.15</c:v>
                </c:pt>
                <c:pt idx="356">
                  <c:v>3.5</c:v>
                </c:pt>
                <c:pt idx="357">
                  <c:v>0.7</c:v>
                </c:pt>
                <c:pt idx="358">
                  <c:v>1.27</c:v>
                </c:pt>
                <c:pt idx="359">
                  <c:v>4.5</c:v>
                </c:pt>
                <c:pt idx="360">
                  <c:v>8.0</c:v>
                </c:pt>
                <c:pt idx="361">
                  <c:v>1.2</c:v>
                </c:pt>
                <c:pt idx="362">
                  <c:v>1.9</c:v>
                </c:pt>
                <c:pt idx="363">
                  <c:v>5.0</c:v>
                </c:pt>
                <c:pt idx="364">
                  <c:v>2.0</c:v>
                </c:pt>
                <c:pt idx="365">
                  <c:v>11.4</c:v>
                </c:pt>
                <c:pt idx="366">
                  <c:v>2.7</c:v>
                </c:pt>
                <c:pt idx="367">
                  <c:v>9.0</c:v>
                </c:pt>
                <c:pt idx="368">
                  <c:v>4.0</c:v>
                </c:pt>
                <c:pt idx="369">
                  <c:v>1.1</c:v>
                </c:pt>
                <c:pt idx="370">
                  <c:v>2.98</c:v>
                </c:pt>
                <c:pt idx="371">
                  <c:v>3.15</c:v>
                </c:pt>
                <c:pt idx="372">
                  <c:v>6.71</c:v>
                </c:pt>
                <c:pt idx="373">
                  <c:v>2.1</c:v>
                </c:pt>
                <c:pt idx="374">
                  <c:v>1.3</c:v>
                </c:pt>
                <c:pt idx="375">
                  <c:v>3.1</c:v>
                </c:pt>
                <c:pt idx="376">
                  <c:v>17.5</c:v>
                </c:pt>
                <c:pt idx="377">
                  <c:v>2.2</c:v>
                </c:pt>
                <c:pt idx="378">
                  <c:v>3.35</c:v>
                </c:pt>
                <c:pt idx="379">
                  <c:v>5.75</c:v>
                </c:pt>
                <c:pt idx="380">
                  <c:v>1.6</c:v>
                </c:pt>
                <c:pt idx="381">
                  <c:v>2.15</c:v>
                </c:pt>
                <c:pt idx="382">
                  <c:v>6.0</c:v>
                </c:pt>
                <c:pt idx="383">
                  <c:v>8.19999</c:v>
                </c:pt>
                <c:pt idx="384">
                  <c:v>0.4</c:v>
                </c:pt>
                <c:pt idx="385">
                  <c:v>2.91</c:v>
                </c:pt>
                <c:pt idx="386">
                  <c:v>0.45</c:v>
                </c:pt>
                <c:pt idx="387">
                  <c:v>1.11</c:v>
                </c:pt>
                <c:pt idx="388">
                  <c:v>1.2</c:v>
                </c:pt>
                <c:pt idx="389">
                  <c:v>4.34999</c:v>
                </c:pt>
                <c:pt idx="390">
                  <c:v>0.9</c:v>
                </c:pt>
                <c:pt idx="391">
                  <c:v>1.35</c:v>
                </c:pt>
                <c:pt idx="392">
                  <c:v>1.35</c:v>
                </c:pt>
                <c:pt idx="393">
                  <c:v>2.0</c:v>
                </c:pt>
                <c:pt idx="394">
                  <c:v>7.0</c:v>
                </c:pt>
                <c:pt idx="395">
                  <c:v>2.0</c:v>
                </c:pt>
                <c:pt idx="396">
                  <c:v>14.0</c:v>
                </c:pt>
                <c:pt idx="397">
                  <c:v>6.0</c:v>
                </c:pt>
                <c:pt idx="398">
                  <c:v>4.0</c:v>
                </c:pt>
                <c:pt idx="399">
                  <c:v>5.7</c:v>
                </c:pt>
                <c:pt idx="400">
                  <c:v>4.0</c:v>
                </c:pt>
                <c:pt idx="401">
                  <c:v>8.0</c:v>
                </c:pt>
                <c:pt idx="402">
                  <c:v>5.35</c:v>
                </c:pt>
                <c:pt idx="403">
                  <c:v>25.75</c:v>
                </c:pt>
                <c:pt idx="404">
                  <c:v>4.0</c:v>
                </c:pt>
                <c:pt idx="405">
                  <c:v>0.75</c:v>
                </c:pt>
                <c:pt idx="406">
                  <c:v>4.5</c:v>
                </c:pt>
                <c:pt idx="407">
                  <c:v>3.7</c:v>
                </c:pt>
                <c:pt idx="408">
                  <c:v>2.0</c:v>
                </c:pt>
                <c:pt idx="409">
                  <c:v>1.63</c:v>
                </c:pt>
                <c:pt idx="410">
                  <c:v>13.8</c:v>
                </c:pt>
                <c:pt idx="411">
                  <c:v>4.8</c:v>
                </c:pt>
                <c:pt idx="412">
                  <c:v>1.28</c:v>
                </c:pt>
                <c:pt idx="413">
                  <c:v>6.5</c:v>
                </c:pt>
                <c:pt idx="414">
                  <c:v>12.0</c:v>
                </c:pt>
                <c:pt idx="415">
                  <c:v>3.4</c:v>
                </c:pt>
                <c:pt idx="416">
                  <c:v>1.8</c:v>
                </c:pt>
                <c:pt idx="417">
                  <c:v>2.0</c:v>
                </c:pt>
                <c:pt idx="418">
                  <c:v>3.75</c:v>
                </c:pt>
                <c:pt idx="419">
                  <c:v>5.0</c:v>
                </c:pt>
                <c:pt idx="420">
                  <c:v>7.5</c:v>
                </c:pt>
                <c:pt idx="421">
                  <c:v>7.0</c:v>
                </c:pt>
                <c:pt idx="422">
                  <c:v>2.5</c:v>
                </c:pt>
                <c:pt idx="423">
                  <c:v>2.35</c:v>
                </c:pt>
                <c:pt idx="424">
                  <c:v>3.5</c:v>
                </c:pt>
                <c:pt idx="425">
                  <c:v>3.6</c:v>
                </c:pt>
                <c:pt idx="426">
                  <c:v>1.7</c:v>
                </c:pt>
                <c:pt idx="427">
                  <c:v>0.75</c:v>
                </c:pt>
                <c:pt idx="428">
                  <c:v>4.15</c:v>
                </c:pt>
                <c:pt idx="429">
                  <c:v>4.0</c:v>
                </c:pt>
                <c:pt idx="430">
                  <c:v>1.55</c:v>
                </c:pt>
                <c:pt idx="431">
                  <c:v>1.6</c:v>
                </c:pt>
                <c:pt idx="432">
                  <c:v>4.65</c:v>
                </c:pt>
                <c:pt idx="433">
                  <c:v>3.15</c:v>
                </c:pt>
                <c:pt idx="434">
                  <c:v>0.42</c:v>
                </c:pt>
                <c:pt idx="435">
                  <c:v>0.95</c:v>
                </c:pt>
                <c:pt idx="436">
                  <c:v>0.8</c:v>
                </c:pt>
                <c:pt idx="437">
                  <c:v>16.5</c:v>
                </c:pt>
                <c:pt idx="438">
                  <c:v>3.71</c:v>
                </c:pt>
                <c:pt idx="439">
                  <c:v>1.5</c:v>
                </c:pt>
                <c:pt idx="440">
                  <c:v>10.0</c:v>
                </c:pt>
                <c:pt idx="441">
                  <c:v>0.9</c:v>
                </c:pt>
                <c:pt idx="442">
                  <c:v>1.9</c:v>
                </c:pt>
                <c:pt idx="443">
                  <c:v>3.0</c:v>
                </c:pt>
                <c:pt idx="444">
                  <c:v>1.5</c:v>
                </c:pt>
                <c:pt idx="445">
                  <c:v>1.8</c:v>
                </c:pt>
                <c:pt idx="446">
                  <c:v>6.25</c:v>
                </c:pt>
                <c:pt idx="447">
                  <c:v>10.0</c:v>
                </c:pt>
                <c:pt idx="448">
                  <c:v>6.4</c:v>
                </c:pt>
                <c:pt idx="449">
                  <c:v>3.0</c:v>
                </c:pt>
                <c:pt idx="450">
                  <c:v>7.11</c:v>
                </c:pt>
                <c:pt idx="451">
                  <c:v>4.5</c:v>
                </c:pt>
                <c:pt idx="452">
                  <c:v>1.4</c:v>
                </c:pt>
                <c:pt idx="453">
                  <c:v>1.25</c:v>
                </c:pt>
                <c:pt idx="454">
                  <c:v>1.4</c:v>
                </c:pt>
                <c:pt idx="455">
                  <c:v>6.5</c:v>
                </c:pt>
                <c:pt idx="456">
                  <c:v>2.62</c:v>
                </c:pt>
                <c:pt idx="457">
                  <c:v>8.75</c:v>
                </c:pt>
                <c:pt idx="458">
                  <c:v>9.5</c:v>
                </c:pt>
                <c:pt idx="459">
                  <c:v>4.0</c:v>
                </c:pt>
                <c:pt idx="460">
                  <c:v>4.5</c:v>
                </c:pt>
                <c:pt idx="461">
                  <c:v>3.25</c:v>
                </c:pt>
                <c:pt idx="462">
                  <c:v>2.5</c:v>
                </c:pt>
                <c:pt idx="463">
                  <c:v>8.34</c:v>
                </c:pt>
                <c:pt idx="464">
                  <c:v>3.5</c:v>
                </c:pt>
                <c:pt idx="465">
                  <c:v>3.3</c:v>
                </c:pt>
                <c:pt idx="466">
                  <c:v>12.5</c:v>
                </c:pt>
                <c:pt idx="467">
                  <c:v>5.5</c:v>
                </c:pt>
                <c:pt idx="468">
                  <c:v>7.65</c:v>
                </c:pt>
                <c:pt idx="469">
                  <c:v>9.06</c:v>
                </c:pt>
                <c:pt idx="470">
                  <c:v>3.8</c:v>
                </c:pt>
                <c:pt idx="471">
                  <c:v>4.79</c:v>
                </c:pt>
                <c:pt idx="472">
                  <c:v>2.65</c:v>
                </c:pt>
                <c:pt idx="473">
                  <c:v>2.04999</c:v>
                </c:pt>
                <c:pt idx="474">
                  <c:v>2.25</c:v>
                </c:pt>
                <c:pt idx="475">
                  <c:v>2.35</c:v>
                </c:pt>
                <c:pt idx="476">
                  <c:v>8.75</c:v>
                </c:pt>
                <c:pt idx="477">
                  <c:v>5.5</c:v>
                </c:pt>
                <c:pt idx="478">
                  <c:v>2.2</c:v>
                </c:pt>
                <c:pt idx="479">
                  <c:v>5.5</c:v>
                </c:pt>
                <c:pt idx="480">
                  <c:v>7.0</c:v>
                </c:pt>
                <c:pt idx="481">
                  <c:v>1.1</c:v>
                </c:pt>
                <c:pt idx="482">
                  <c:v>5.5</c:v>
                </c:pt>
                <c:pt idx="483">
                  <c:v>3.2</c:v>
                </c:pt>
                <c:pt idx="484">
                  <c:v>3.9</c:v>
                </c:pt>
                <c:pt idx="485">
                  <c:v>5.09999</c:v>
                </c:pt>
                <c:pt idx="486">
                  <c:v>5.8</c:v>
                </c:pt>
                <c:pt idx="487">
                  <c:v>2.5</c:v>
                </c:pt>
                <c:pt idx="488">
                  <c:v>2.29999</c:v>
                </c:pt>
                <c:pt idx="489">
                  <c:v>4.8</c:v>
                </c:pt>
                <c:pt idx="490">
                  <c:v>6.1</c:v>
                </c:pt>
                <c:pt idx="491">
                  <c:v>7.5</c:v>
                </c:pt>
                <c:pt idx="492">
                  <c:v>5.5</c:v>
                </c:pt>
                <c:pt idx="493">
                  <c:v>5.5</c:v>
                </c:pt>
                <c:pt idx="494">
                  <c:v>2.5</c:v>
                </c:pt>
                <c:pt idx="495">
                  <c:v>2.4</c:v>
                </c:pt>
                <c:pt idx="496">
                  <c:v>5.8</c:v>
                </c:pt>
                <c:pt idx="497">
                  <c:v>9.78999</c:v>
                </c:pt>
                <c:pt idx="498">
                  <c:v>3.6</c:v>
                </c:pt>
                <c:pt idx="499">
                  <c:v>1.5</c:v>
                </c:pt>
                <c:pt idx="500">
                  <c:v>6.2</c:v>
                </c:pt>
                <c:pt idx="501">
                  <c:v>5.75</c:v>
                </c:pt>
                <c:pt idx="502">
                  <c:v>8.0</c:v>
                </c:pt>
                <c:pt idx="503">
                  <c:v>1.95</c:v>
                </c:pt>
                <c:pt idx="504">
                  <c:v>5.5</c:v>
                </c:pt>
                <c:pt idx="505">
                  <c:v>4.5</c:v>
                </c:pt>
                <c:pt idx="506">
                  <c:v>1.14999</c:v>
                </c:pt>
                <c:pt idx="507">
                  <c:v>6.85</c:v>
                </c:pt>
                <c:pt idx="508">
                  <c:v>8.0</c:v>
                </c:pt>
                <c:pt idx="509">
                  <c:v>2.2</c:v>
                </c:pt>
                <c:pt idx="510">
                  <c:v>4.5</c:v>
                </c:pt>
                <c:pt idx="511">
                  <c:v>2.5</c:v>
                </c:pt>
                <c:pt idx="512">
                  <c:v>1.5</c:v>
                </c:pt>
                <c:pt idx="513">
                  <c:v>2.45</c:v>
                </c:pt>
                <c:pt idx="514">
                  <c:v>7.0</c:v>
                </c:pt>
                <c:pt idx="515">
                  <c:v>1.5</c:v>
                </c:pt>
                <c:pt idx="516">
                  <c:v>1.05</c:v>
                </c:pt>
                <c:pt idx="517">
                  <c:v>4.0</c:v>
                </c:pt>
                <c:pt idx="518">
                  <c:v>6.3</c:v>
                </c:pt>
                <c:pt idx="519">
                  <c:v>2.45</c:v>
                </c:pt>
                <c:pt idx="520">
                  <c:v>4.0</c:v>
                </c:pt>
                <c:pt idx="521">
                  <c:v>4.7</c:v>
                </c:pt>
                <c:pt idx="522">
                  <c:v>7.2</c:v>
                </c:pt>
                <c:pt idx="523">
                  <c:v>5.09999</c:v>
                </c:pt>
                <c:pt idx="524">
                  <c:v>7.56</c:v>
                </c:pt>
                <c:pt idx="525">
                  <c:v>1.35</c:v>
                </c:pt>
                <c:pt idx="526">
                  <c:v>7.5</c:v>
                </c:pt>
                <c:pt idx="527">
                  <c:v>18.0</c:v>
                </c:pt>
                <c:pt idx="528">
                  <c:v>2.7</c:v>
                </c:pt>
                <c:pt idx="529">
                  <c:v>7.4</c:v>
                </c:pt>
                <c:pt idx="530">
                  <c:v>8.5</c:v>
                </c:pt>
                <c:pt idx="531">
                  <c:v>2.25</c:v>
                </c:pt>
                <c:pt idx="532">
                  <c:v>2.5</c:v>
                </c:pt>
                <c:pt idx="533">
                  <c:v>3.0</c:v>
                </c:pt>
                <c:pt idx="534">
                  <c:v>3.0</c:v>
                </c:pt>
                <c:pt idx="535">
                  <c:v>1.52</c:v>
                </c:pt>
                <c:pt idx="536">
                  <c:v>5.6</c:v>
                </c:pt>
                <c:pt idx="537">
                  <c:v>4.75</c:v>
                </c:pt>
                <c:pt idx="538">
                  <c:v>6.0</c:v>
                </c:pt>
                <c:pt idx="539">
                  <c:v>4.25</c:v>
                </c:pt>
                <c:pt idx="540">
                  <c:v>7.0</c:v>
                </c:pt>
                <c:pt idx="541">
                  <c:v>1.2</c:v>
                </c:pt>
                <c:pt idx="542">
                  <c:v>0.8</c:v>
                </c:pt>
                <c:pt idx="543">
                  <c:v>2.2</c:v>
                </c:pt>
                <c:pt idx="544">
                  <c:v>6.0</c:v>
                </c:pt>
                <c:pt idx="545">
                  <c:v>6.75</c:v>
                </c:pt>
                <c:pt idx="546">
                  <c:v>3.5</c:v>
                </c:pt>
                <c:pt idx="547">
                  <c:v>2.35</c:v>
                </c:pt>
                <c:pt idx="548">
                  <c:v>5.3</c:v>
                </c:pt>
                <c:pt idx="549">
                  <c:v>3.2</c:v>
                </c:pt>
                <c:pt idx="550">
                  <c:v>6.75</c:v>
                </c:pt>
                <c:pt idx="551">
                  <c:v>4.0</c:v>
                </c:pt>
                <c:pt idx="552">
                  <c:v>9.0</c:v>
                </c:pt>
                <c:pt idx="553">
                  <c:v>2.1</c:v>
                </c:pt>
                <c:pt idx="554">
                  <c:v>6.0</c:v>
                </c:pt>
                <c:pt idx="555">
                  <c:v>2.1</c:v>
                </c:pt>
                <c:pt idx="556">
                  <c:v>4.0</c:v>
                </c:pt>
                <c:pt idx="557">
                  <c:v>9.0</c:v>
                </c:pt>
                <c:pt idx="558">
                  <c:v>6.0</c:v>
                </c:pt>
                <c:pt idx="559">
                  <c:v>3.0</c:v>
                </c:pt>
                <c:pt idx="560">
                  <c:v>4.0</c:v>
                </c:pt>
                <c:pt idx="561">
                  <c:v>1.5</c:v>
                </c:pt>
                <c:pt idx="562">
                  <c:v>5.5</c:v>
                </c:pt>
                <c:pt idx="563">
                  <c:v>3.16</c:v>
                </c:pt>
                <c:pt idx="564">
                  <c:v>4.25</c:v>
                </c:pt>
                <c:pt idx="565">
                  <c:v>4.0</c:v>
                </c:pt>
                <c:pt idx="566">
                  <c:v>1.8</c:v>
                </c:pt>
                <c:pt idx="567">
                  <c:v>17.5</c:v>
                </c:pt>
                <c:pt idx="568">
                  <c:v>7.0</c:v>
                </c:pt>
                <c:pt idx="569">
                  <c:v>4.59999</c:v>
                </c:pt>
                <c:pt idx="570">
                  <c:v>1.2</c:v>
                </c:pt>
                <c:pt idx="571">
                  <c:v>5.5</c:v>
                </c:pt>
                <c:pt idx="572">
                  <c:v>4.5</c:v>
                </c:pt>
                <c:pt idx="573">
                  <c:v>58.3</c:v>
                </c:pt>
                <c:pt idx="574">
                  <c:v>1.35</c:v>
                </c:pt>
                <c:pt idx="575">
                  <c:v>9.0</c:v>
                </c:pt>
                <c:pt idx="576">
                  <c:v>4.3</c:v>
                </c:pt>
                <c:pt idx="577">
                  <c:v>4.7</c:v>
                </c:pt>
                <c:pt idx="578">
                  <c:v>1.3</c:v>
                </c:pt>
                <c:pt idx="579">
                  <c:v>2.9</c:v>
                </c:pt>
                <c:pt idx="580">
                  <c:v>5.35</c:v>
                </c:pt>
                <c:pt idx="581">
                  <c:v>1.65</c:v>
                </c:pt>
                <c:pt idx="582">
                  <c:v>0.85</c:v>
                </c:pt>
                <c:pt idx="583">
                  <c:v>5.75</c:v>
                </c:pt>
                <c:pt idx="584">
                  <c:v>4.2</c:v>
                </c:pt>
                <c:pt idx="585">
                  <c:v>8.5</c:v>
                </c:pt>
                <c:pt idx="586">
                  <c:v>3.5</c:v>
                </c:pt>
                <c:pt idx="587">
                  <c:v>3.2</c:v>
                </c:pt>
                <c:pt idx="588">
                  <c:v>8.0</c:v>
                </c:pt>
                <c:pt idx="589">
                  <c:v>8.4</c:v>
                </c:pt>
                <c:pt idx="590">
                  <c:v>5.0</c:v>
                </c:pt>
                <c:pt idx="591">
                  <c:v>1.25</c:v>
                </c:pt>
                <c:pt idx="592">
                  <c:v>9.75</c:v>
                </c:pt>
                <c:pt idx="593">
                  <c:v>1.4</c:v>
                </c:pt>
                <c:pt idx="594">
                  <c:v>5.5</c:v>
                </c:pt>
                <c:pt idx="595">
                  <c:v>0.31</c:v>
                </c:pt>
                <c:pt idx="596">
                  <c:v>10.19999</c:v>
                </c:pt>
                <c:pt idx="597">
                  <c:v>4.2</c:v>
                </c:pt>
                <c:pt idx="598">
                  <c:v>5.15</c:v>
                </c:pt>
                <c:pt idx="599">
                  <c:v>3.6</c:v>
                </c:pt>
                <c:pt idx="600">
                  <c:v>5.25</c:v>
                </c:pt>
                <c:pt idx="601">
                  <c:v>1.0</c:v>
                </c:pt>
                <c:pt idx="602">
                  <c:v>1.85</c:v>
                </c:pt>
                <c:pt idx="603">
                  <c:v>1.7</c:v>
                </c:pt>
                <c:pt idx="604">
                  <c:v>19.38</c:v>
                </c:pt>
                <c:pt idx="605">
                  <c:v>3.16</c:v>
                </c:pt>
                <c:pt idx="606">
                  <c:v>2.29999</c:v>
                </c:pt>
                <c:pt idx="607">
                  <c:v>6.0</c:v>
                </c:pt>
                <c:pt idx="608">
                  <c:v>4.5</c:v>
                </c:pt>
                <c:pt idx="609">
                  <c:v>4.75</c:v>
                </c:pt>
                <c:pt idx="610">
                  <c:v>3.4</c:v>
                </c:pt>
                <c:pt idx="611">
                  <c:v>14.9</c:v>
                </c:pt>
                <c:pt idx="612">
                  <c:v>8.1</c:v>
                </c:pt>
                <c:pt idx="613">
                  <c:v>1.8</c:v>
                </c:pt>
                <c:pt idx="614">
                  <c:v>2.4</c:v>
                </c:pt>
                <c:pt idx="615">
                  <c:v>0.6</c:v>
                </c:pt>
                <c:pt idx="616">
                  <c:v>8.1</c:v>
                </c:pt>
                <c:pt idx="617">
                  <c:v>6.25</c:v>
                </c:pt>
                <c:pt idx="618">
                  <c:v>5.25</c:v>
                </c:pt>
                <c:pt idx="619">
                  <c:v>6.5</c:v>
                </c:pt>
                <c:pt idx="620">
                  <c:v>4.45</c:v>
                </c:pt>
                <c:pt idx="621">
                  <c:v>6.9</c:v>
                </c:pt>
                <c:pt idx="622">
                  <c:v>4.59999</c:v>
                </c:pt>
                <c:pt idx="623">
                  <c:v>4.8</c:v>
                </c:pt>
                <c:pt idx="624">
                  <c:v>8.0</c:v>
                </c:pt>
                <c:pt idx="625">
                  <c:v>2.1</c:v>
                </c:pt>
                <c:pt idx="626">
                  <c:v>8.5</c:v>
                </c:pt>
                <c:pt idx="627">
                  <c:v>1.7</c:v>
                </c:pt>
                <c:pt idx="628">
                  <c:v>2.9</c:v>
                </c:pt>
                <c:pt idx="629">
                  <c:v>4.0</c:v>
                </c:pt>
                <c:pt idx="630">
                  <c:v>2.0</c:v>
                </c:pt>
                <c:pt idx="631">
                  <c:v>0.9</c:v>
                </c:pt>
                <c:pt idx="632">
                  <c:v>6.25</c:v>
                </c:pt>
                <c:pt idx="633">
                  <c:v>0.46</c:v>
                </c:pt>
                <c:pt idx="634">
                  <c:v>2.2</c:v>
                </c:pt>
                <c:pt idx="635">
                  <c:v>5.5</c:v>
                </c:pt>
                <c:pt idx="636">
                  <c:v>1.5</c:v>
                </c:pt>
                <c:pt idx="637">
                  <c:v>3.8</c:v>
                </c:pt>
                <c:pt idx="638">
                  <c:v>3.5</c:v>
                </c:pt>
                <c:pt idx="639">
                  <c:v>1.8</c:v>
                </c:pt>
                <c:pt idx="640">
                  <c:v>55.0</c:v>
                </c:pt>
                <c:pt idx="641">
                  <c:v>7.5</c:v>
                </c:pt>
                <c:pt idx="642">
                  <c:v>6.15</c:v>
                </c:pt>
                <c:pt idx="643">
                  <c:v>7.0</c:v>
                </c:pt>
                <c:pt idx="644">
                  <c:v>7.35</c:v>
                </c:pt>
                <c:pt idx="645">
                  <c:v>2.25</c:v>
                </c:pt>
                <c:pt idx="646">
                  <c:v>3.35</c:v>
                </c:pt>
                <c:pt idx="647">
                  <c:v>9.25</c:v>
                </c:pt>
                <c:pt idx="648">
                  <c:v>1.7</c:v>
                </c:pt>
                <c:pt idx="649">
                  <c:v>0.83</c:v>
                </c:pt>
                <c:pt idx="650">
                  <c:v>5.0</c:v>
                </c:pt>
                <c:pt idx="651">
                  <c:v>0.8</c:v>
                </c:pt>
                <c:pt idx="652">
                  <c:v>8.5</c:v>
                </c:pt>
                <c:pt idx="653">
                  <c:v>4.88</c:v>
                </c:pt>
                <c:pt idx="654">
                  <c:v>3.25</c:v>
                </c:pt>
                <c:pt idx="655">
                  <c:v>2.0</c:v>
                </c:pt>
                <c:pt idx="656">
                  <c:v>7.25</c:v>
                </c:pt>
                <c:pt idx="657">
                  <c:v>1.9</c:v>
                </c:pt>
                <c:pt idx="658">
                  <c:v>1.7</c:v>
                </c:pt>
                <c:pt idx="659">
                  <c:v>5.6</c:v>
                </c:pt>
                <c:pt idx="660">
                  <c:v>7.0</c:v>
                </c:pt>
                <c:pt idx="661">
                  <c:v>5.0</c:v>
                </c:pt>
                <c:pt idx="662">
                  <c:v>5.75</c:v>
                </c:pt>
                <c:pt idx="663">
                  <c:v>1.55</c:v>
                </c:pt>
                <c:pt idx="664">
                  <c:v>3.65</c:v>
                </c:pt>
                <c:pt idx="665">
                  <c:v>4.0</c:v>
                </c:pt>
                <c:pt idx="666">
                  <c:v>12.5</c:v>
                </c:pt>
                <c:pt idx="667">
                  <c:v>2.0</c:v>
                </c:pt>
                <c:pt idx="668">
                  <c:v>7.0</c:v>
                </c:pt>
                <c:pt idx="669">
                  <c:v>0.75</c:v>
                </c:pt>
                <c:pt idx="670">
                  <c:v>3.3</c:v>
                </c:pt>
                <c:pt idx="671">
                  <c:v>5.55</c:v>
                </c:pt>
                <c:pt idx="672">
                  <c:v>6.1</c:v>
                </c:pt>
                <c:pt idx="673">
                  <c:v>5.5</c:v>
                </c:pt>
                <c:pt idx="674">
                  <c:v>5.45</c:v>
                </c:pt>
                <c:pt idx="675">
                  <c:v>0.56</c:v>
                </c:pt>
                <c:pt idx="676">
                  <c:v>5.5</c:v>
                </c:pt>
                <c:pt idx="677">
                  <c:v>2.9</c:v>
                </c:pt>
                <c:pt idx="678">
                  <c:v>2.36</c:v>
                </c:pt>
                <c:pt idx="679">
                  <c:v>3.5</c:v>
                </c:pt>
                <c:pt idx="680">
                  <c:v>0.55</c:v>
                </c:pt>
                <c:pt idx="681">
                  <c:v>11.5</c:v>
                </c:pt>
                <c:pt idx="682">
                  <c:v>1.2</c:v>
                </c:pt>
                <c:pt idx="683">
                  <c:v>2.0</c:v>
                </c:pt>
                <c:pt idx="684">
                  <c:v>2.4</c:v>
                </c:pt>
                <c:pt idx="685">
                  <c:v>5.09999</c:v>
                </c:pt>
                <c:pt idx="686">
                  <c:v>3.9</c:v>
                </c:pt>
                <c:pt idx="687">
                  <c:v>2.0</c:v>
                </c:pt>
                <c:pt idx="688">
                  <c:v>6.25</c:v>
                </c:pt>
                <c:pt idx="689">
                  <c:v>6.81</c:v>
                </c:pt>
                <c:pt idx="690">
                  <c:v>17.5</c:v>
                </c:pt>
                <c:pt idx="691">
                  <c:v>2.76</c:v>
                </c:pt>
                <c:pt idx="692">
                  <c:v>7.11</c:v>
                </c:pt>
                <c:pt idx="693">
                  <c:v>1.85</c:v>
                </c:pt>
                <c:pt idx="694">
                  <c:v>7.75</c:v>
                </c:pt>
                <c:pt idx="695">
                  <c:v>0.45</c:v>
                </c:pt>
                <c:pt idx="696">
                  <c:v>2.1</c:v>
                </c:pt>
                <c:pt idx="697">
                  <c:v>23.0</c:v>
                </c:pt>
                <c:pt idx="698">
                  <c:v>4.75</c:v>
                </c:pt>
                <c:pt idx="699">
                  <c:v>5.45</c:v>
                </c:pt>
                <c:pt idx="700">
                  <c:v>1.8</c:v>
                </c:pt>
                <c:pt idx="701">
                  <c:v>2.5</c:v>
                </c:pt>
                <c:pt idx="702">
                  <c:v>3.8</c:v>
                </c:pt>
                <c:pt idx="703">
                  <c:v>6.35</c:v>
                </c:pt>
                <c:pt idx="704">
                  <c:v>7.5</c:v>
                </c:pt>
                <c:pt idx="705">
                  <c:v>3.4</c:v>
                </c:pt>
                <c:pt idx="706">
                  <c:v>6.75</c:v>
                </c:pt>
                <c:pt idx="707">
                  <c:v>5.25</c:v>
                </c:pt>
                <c:pt idx="708">
                  <c:v>4.5</c:v>
                </c:pt>
                <c:pt idx="709">
                  <c:v>4.9</c:v>
                </c:pt>
                <c:pt idx="710">
                  <c:v>4.45</c:v>
                </c:pt>
                <c:pt idx="711">
                  <c:v>3.5</c:v>
                </c:pt>
                <c:pt idx="712">
                  <c:v>3.2</c:v>
                </c:pt>
                <c:pt idx="713">
                  <c:v>4.72</c:v>
                </c:pt>
                <c:pt idx="714">
                  <c:v>1.5</c:v>
                </c:pt>
                <c:pt idx="715">
                  <c:v>5.4</c:v>
                </c:pt>
                <c:pt idx="716">
                  <c:v>5.65</c:v>
                </c:pt>
                <c:pt idx="717">
                  <c:v>3.0</c:v>
                </c:pt>
                <c:pt idx="718">
                  <c:v>7.0</c:v>
                </c:pt>
                <c:pt idx="719">
                  <c:v>31.0</c:v>
                </c:pt>
                <c:pt idx="720">
                  <c:v>8.5</c:v>
                </c:pt>
                <c:pt idx="721">
                  <c:v>3.2</c:v>
                </c:pt>
                <c:pt idx="722">
                  <c:v>1.8</c:v>
                </c:pt>
                <c:pt idx="723">
                  <c:v>0.8</c:v>
                </c:pt>
                <c:pt idx="724">
                  <c:v>9.25</c:v>
                </c:pt>
                <c:pt idx="725">
                  <c:v>3.6</c:v>
                </c:pt>
                <c:pt idx="726">
                  <c:v>9.25</c:v>
                </c:pt>
                <c:pt idx="727">
                  <c:v>3.65</c:v>
                </c:pt>
                <c:pt idx="728">
                  <c:v>6.0</c:v>
                </c:pt>
                <c:pt idx="729">
                  <c:v>3.2</c:v>
                </c:pt>
                <c:pt idx="730">
                  <c:v>1.55</c:v>
                </c:pt>
                <c:pt idx="731">
                  <c:v>4.0</c:v>
                </c:pt>
                <c:pt idx="732">
                  <c:v>2.06</c:v>
                </c:pt>
                <c:pt idx="733">
                  <c:v>6.15</c:v>
                </c:pt>
                <c:pt idx="734">
                  <c:v>7.0</c:v>
                </c:pt>
                <c:pt idx="735">
                  <c:v>3.2</c:v>
                </c:pt>
                <c:pt idx="736">
                  <c:v>4.5</c:v>
                </c:pt>
                <c:pt idx="737">
                  <c:v>3.1</c:v>
                </c:pt>
                <c:pt idx="738">
                  <c:v>5.8</c:v>
                </c:pt>
                <c:pt idx="739">
                  <c:v>4.55</c:v>
                </c:pt>
                <c:pt idx="740">
                  <c:v>3.3</c:v>
                </c:pt>
                <c:pt idx="741">
                  <c:v>5.6</c:v>
                </c:pt>
                <c:pt idx="742">
                  <c:v>2.29999</c:v>
                </c:pt>
                <c:pt idx="743">
                  <c:v>13.5</c:v>
                </c:pt>
                <c:pt idx="744">
                  <c:v>2.2</c:v>
                </c:pt>
                <c:pt idx="745">
                  <c:v>4.0</c:v>
                </c:pt>
                <c:pt idx="746">
                  <c:v>4.0</c:v>
                </c:pt>
                <c:pt idx="747">
                  <c:v>3.0</c:v>
                </c:pt>
                <c:pt idx="748">
                  <c:v>6.0</c:v>
                </c:pt>
                <c:pt idx="749">
                  <c:v>10.0</c:v>
                </c:pt>
                <c:pt idx="750">
                  <c:v>1.2</c:v>
                </c:pt>
                <c:pt idx="751">
                  <c:v>4.25</c:v>
                </c:pt>
                <c:pt idx="752">
                  <c:v>11.32</c:v>
                </c:pt>
                <c:pt idx="753">
                  <c:v>6.25</c:v>
                </c:pt>
                <c:pt idx="754">
                  <c:v>2.95</c:v>
                </c:pt>
                <c:pt idx="755">
                  <c:v>4.15</c:v>
                </c:pt>
                <c:pt idx="756">
                  <c:v>5.9</c:v>
                </c:pt>
                <c:pt idx="757">
                  <c:v>1.4</c:v>
                </c:pt>
                <c:pt idx="758">
                  <c:v>5.25</c:v>
                </c:pt>
                <c:pt idx="759">
                  <c:v>5.0</c:v>
                </c:pt>
                <c:pt idx="760">
                  <c:v>5.8</c:v>
                </c:pt>
                <c:pt idx="761">
                  <c:v>5.91</c:v>
                </c:pt>
                <c:pt idx="762">
                  <c:v>8.0</c:v>
                </c:pt>
                <c:pt idx="763">
                  <c:v>1.5</c:v>
                </c:pt>
                <c:pt idx="764">
                  <c:v>2.5</c:v>
                </c:pt>
                <c:pt idx="765">
                  <c:v>2.0</c:v>
                </c:pt>
                <c:pt idx="766">
                  <c:v>16.25</c:v>
                </c:pt>
                <c:pt idx="767">
                  <c:v>9.0</c:v>
                </c:pt>
                <c:pt idx="768">
                  <c:v>0.75</c:v>
                </c:pt>
                <c:pt idx="769">
                  <c:v>2.79</c:v>
                </c:pt>
                <c:pt idx="770">
                  <c:v>5.7</c:v>
                </c:pt>
                <c:pt idx="771">
                  <c:v>3.5</c:v>
                </c:pt>
                <c:pt idx="772">
                  <c:v>5.75</c:v>
                </c:pt>
                <c:pt idx="773">
                  <c:v>2.1</c:v>
                </c:pt>
                <c:pt idx="774">
                  <c:v>3.12</c:v>
                </c:pt>
                <c:pt idx="775">
                  <c:v>2.2</c:v>
                </c:pt>
                <c:pt idx="776">
                  <c:v>4.0</c:v>
                </c:pt>
                <c:pt idx="777">
                  <c:v>1.2</c:v>
                </c:pt>
                <c:pt idx="778">
                  <c:v>4.25</c:v>
                </c:pt>
                <c:pt idx="779">
                  <c:v>12.37</c:v>
                </c:pt>
                <c:pt idx="780">
                  <c:v>5.99</c:v>
                </c:pt>
                <c:pt idx="781">
                  <c:v>2.0</c:v>
                </c:pt>
                <c:pt idx="782">
                  <c:v>2.0</c:v>
                </c:pt>
                <c:pt idx="783">
                  <c:v>0.5</c:v>
                </c:pt>
                <c:pt idx="784">
                  <c:v>1.0</c:v>
                </c:pt>
                <c:pt idx="785">
                  <c:v>1.75</c:v>
                </c:pt>
                <c:pt idx="786">
                  <c:v>1.3</c:v>
                </c:pt>
                <c:pt idx="787">
                  <c:v>2.75</c:v>
                </c:pt>
                <c:pt idx="788">
                  <c:v>2.95</c:v>
                </c:pt>
                <c:pt idx="789">
                  <c:v>21.75</c:v>
                </c:pt>
                <c:pt idx="790">
                  <c:v>5.5</c:v>
                </c:pt>
                <c:pt idx="791">
                  <c:v>1.2</c:v>
                </c:pt>
                <c:pt idx="792">
                  <c:v>3.25</c:v>
                </c:pt>
                <c:pt idx="793">
                  <c:v>4.3</c:v>
                </c:pt>
                <c:pt idx="794">
                  <c:v>3.25</c:v>
                </c:pt>
                <c:pt idx="795">
                  <c:v>5.21</c:v>
                </c:pt>
                <c:pt idx="796">
                  <c:v>0.5</c:v>
                </c:pt>
                <c:pt idx="797">
                  <c:v>4.5</c:v>
                </c:pt>
                <c:pt idx="798">
                  <c:v>6.31</c:v>
                </c:pt>
                <c:pt idx="799">
                  <c:v>10.0</c:v>
                </c:pt>
                <c:pt idx="800">
                  <c:v>1.2</c:v>
                </c:pt>
                <c:pt idx="801">
                  <c:v>1.52</c:v>
                </c:pt>
                <c:pt idx="802">
                  <c:v>9.3</c:v>
                </c:pt>
                <c:pt idx="803">
                  <c:v>3.4</c:v>
                </c:pt>
                <c:pt idx="804">
                  <c:v>20.0</c:v>
                </c:pt>
                <c:pt idx="805">
                  <c:v>3.0</c:v>
                </c:pt>
                <c:pt idx="806">
                  <c:v>4.09999</c:v>
                </c:pt>
                <c:pt idx="807">
                  <c:v>4.9</c:v>
                </c:pt>
                <c:pt idx="808">
                  <c:v>3.39</c:v>
                </c:pt>
                <c:pt idx="809">
                  <c:v>7.2</c:v>
                </c:pt>
                <c:pt idx="810">
                  <c:v>4.0</c:v>
                </c:pt>
                <c:pt idx="811">
                  <c:v>5.61</c:v>
                </c:pt>
                <c:pt idx="812">
                  <c:v>2.7</c:v>
                </c:pt>
                <c:pt idx="813">
                  <c:v>4.5</c:v>
                </c:pt>
                <c:pt idx="814">
                  <c:v>11.5</c:v>
                </c:pt>
                <c:pt idx="815">
                  <c:v>5.0</c:v>
                </c:pt>
                <c:pt idx="816">
                  <c:v>7.0</c:v>
                </c:pt>
                <c:pt idx="817">
                  <c:v>7.5</c:v>
                </c:pt>
                <c:pt idx="818">
                  <c:v>7.75</c:v>
                </c:pt>
                <c:pt idx="819">
                  <c:v>5.9</c:v>
                </c:pt>
                <c:pt idx="820">
                  <c:v>1.75</c:v>
                </c:pt>
                <c:pt idx="821">
                  <c:v>1.45</c:v>
                </c:pt>
                <c:pt idx="822">
                  <c:v>1.1</c:v>
                </c:pt>
                <c:pt idx="823">
                  <c:v>7.0</c:v>
                </c:pt>
                <c:pt idx="824">
                  <c:v>6.6</c:v>
                </c:pt>
                <c:pt idx="825">
                  <c:v>3.5</c:v>
                </c:pt>
                <c:pt idx="826">
                  <c:v>55.0</c:v>
                </c:pt>
                <c:pt idx="827">
                  <c:v>5.5</c:v>
                </c:pt>
                <c:pt idx="828">
                  <c:v>2.54999</c:v>
                </c:pt>
                <c:pt idx="829">
                  <c:v>6.2</c:v>
                </c:pt>
                <c:pt idx="830">
                  <c:v>6.5</c:v>
                </c:pt>
                <c:pt idx="831">
                  <c:v>3.75</c:v>
                </c:pt>
                <c:pt idx="832">
                  <c:v>2.1</c:v>
                </c:pt>
                <c:pt idx="833">
                  <c:v>7.5</c:v>
                </c:pt>
                <c:pt idx="834">
                  <c:v>4.0</c:v>
                </c:pt>
                <c:pt idx="835">
                  <c:v>5.5</c:v>
                </c:pt>
                <c:pt idx="836">
                  <c:v>1.8</c:v>
                </c:pt>
                <c:pt idx="837">
                  <c:v>3.5</c:v>
                </c:pt>
                <c:pt idx="838">
                  <c:v>1.4</c:v>
                </c:pt>
                <c:pt idx="839">
                  <c:v>9.0</c:v>
                </c:pt>
                <c:pt idx="840">
                  <c:v>3.7</c:v>
                </c:pt>
                <c:pt idx="841">
                  <c:v>4.45</c:v>
                </c:pt>
                <c:pt idx="842">
                  <c:v>8.66</c:v>
                </c:pt>
                <c:pt idx="843">
                  <c:v>2.25</c:v>
                </c:pt>
                <c:pt idx="844">
                  <c:v>2.65</c:v>
                </c:pt>
                <c:pt idx="845">
                  <c:v>2.9</c:v>
                </c:pt>
                <c:pt idx="846">
                  <c:v>6.0</c:v>
                </c:pt>
                <c:pt idx="847">
                  <c:v>5.0</c:v>
                </c:pt>
                <c:pt idx="848">
                  <c:v>4.0</c:v>
                </c:pt>
                <c:pt idx="849">
                  <c:v>20.0</c:v>
                </c:pt>
                <c:pt idx="850">
                  <c:v>2.9</c:v>
                </c:pt>
                <c:pt idx="851">
                  <c:v>10.25</c:v>
                </c:pt>
                <c:pt idx="852">
                  <c:v>10.0</c:v>
                </c:pt>
                <c:pt idx="853">
                  <c:v>7.0</c:v>
                </c:pt>
                <c:pt idx="854">
                  <c:v>2.4</c:v>
                </c:pt>
                <c:pt idx="855">
                  <c:v>0.7</c:v>
                </c:pt>
                <c:pt idx="856">
                  <c:v>6.35</c:v>
                </c:pt>
                <c:pt idx="857">
                  <c:v>1.7</c:v>
                </c:pt>
                <c:pt idx="858">
                  <c:v>3.3</c:v>
                </c:pt>
                <c:pt idx="859">
                  <c:v>9.0</c:v>
                </c:pt>
                <c:pt idx="860">
                  <c:v>6.0</c:v>
                </c:pt>
                <c:pt idx="861">
                  <c:v>8.35</c:v>
                </c:pt>
                <c:pt idx="862">
                  <c:v>0.5</c:v>
                </c:pt>
                <c:pt idx="863">
                  <c:v>5.0</c:v>
                </c:pt>
                <c:pt idx="864">
                  <c:v>3.5</c:v>
                </c:pt>
                <c:pt idx="865">
                  <c:v>4.8</c:v>
                </c:pt>
                <c:pt idx="866">
                  <c:v>2.7</c:v>
                </c:pt>
                <c:pt idx="867">
                  <c:v>7.15</c:v>
                </c:pt>
                <c:pt idx="868">
                  <c:v>5.3</c:v>
                </c:pt>
                <c:pt idx="869">
                  <c:v>1.25</c:v>
                </c:pt>
                <c:pt idx="870">
                  <c:v>5.4</c:v>
                </c:pt>
                <c:pt idx="871">
                  <c:v>3.6</c:v>
                </c:pt>
                <c:pt idx="872">
                  <c:v>6.5</c:v>
                </c:pt>
                <c:pt idx="873">
                  <c:v>2.0</c:v>
                </c:pt>
                <c:pt idx="874">
                  <c:v>2.35</c:v>
                </c:pt>
                <c:pt idx="875">
                  <c:v>6.67</c:v>
                </c:pt>
                <c:pt idx="876">
                  <c:v>1.5</c:v>
                </c:pt>
                <c:pt idx="877">
                  <c:v>17.0</c:v>
                </c:pt>
                <c:pt idx="878">
                  <c:v>0.81</c:v>
                </c:pt>
                <c:pt idx="879">
                  <c:v>6.4</c:v>
                </c:pt>
                <c:pt idx="880">
                  <c:v>6.5</c:v>
                </c:pt>
                <c:pt idx="881">
                  <c:v>4.4</c:v>
                </c:pt>
                <c:pt idx="882">
                  <c:v>5.0</c:v>
                </c:pt>
                <c:pt idx="883">
                  <c:v>4.75</c:v>
                </c:pt>
                <c:pt idx="884">
                  <c:v>6.0</c:v>
                </c:pt>
                <c:pt idx="885">
                  <c:v>2.75</c:v>
                </c:pt>
                <c:pt idx="886">
                  <c:v>4.3</c:v>
                </c:pt>
                <c:pt idx="887">
                  <c:v>4.2</c:v>
                </c:pt>
                <c:pt idx="888">
                  <c:v>3.7</c:v>
                </c:pt>
                <c:pt idx="889">
                  <c:v>4.0</c:v>
                </c:pt>
                <c:pt idx="890">
                  <c:v>1.0</c:v>
                </c:pt>
                <c:pt idx="891">
                  <c:v>7.0</c:v>
                </c:pt>
                <c:pt idx="892">
                  <c:v>3.5</c:v>
                </c:pt>
                <c:pt idx="893">
                  <c:v>3.5</c:v>
                </c:pt>
                <c:pt idx="894">
                  <c:v>5.0</c:v>
                </c:pt>
                <c:pt idx="895">
                  <c:v>5.4</c:v>
                </c:pt>
                <c:pt idx="896">
                  <c:v>2.77</c:v>
                </c:pt>
                <c:pt idx="897">
                  <c:v>2.25</c:v>
                </c:pt>
                <c:pt idx="898">
                  <c:v>2.95</c:v>
                </c:pt>
                <c:pt idx="899">
                  <c:v>1.7</c:v>
                </c:pt>
                <c:pt idx="900">
                  <c:v>7.5</c:v>
                </c:pt>
                <c:pt idx="901">
                  <c:v>5.5</c:v>
                </c:pt>
                <c:pt idx="902">
                  <c:v>2.50999</c:v>
                </c:pt>
                <c:pt idx="903">
                  <c:v>2.2</c:v>
                </c:pt>
                <c:pt idx="904">
                  <c:v>2.2</c:v>
                </c:pt>
                <c:pt idx="905">
                  <c:v>4.5</c:v>
                </c:pt>
                <c:pt idx="906">
                  <c:v>11.0</c:v>
                </c:pt>
                <c:pt idx="907">
                  <c:v>2.5</c:v>
                </c:pt>
                <c:pt idx="908">
                  <c:v>7.5</c:v>
                </c:pt>
                <c:pt idx="909">
                  <c:v>4.34</c:v>
                </c:pt>
                <c:pt idx="910">
                  <c:v>0.75</c:v>
                </c:pt>
                <c:pt idx="911">
                  <c:v>5.0</c:v>
                </c:pt>
                <c:pt idx="912">
                  <c:v>5.5</c:v>
                </c:pt>
                <c:pt idx="913">
                  <c:v>8.0</c:v>
                </c:pt>
                <c:pt idx="914">
                  <c:v>6.0</c:v>
                </c:pt>
                <c:pt idx="915">
                  <c:v>3.85</c:v>
                </c:pt>
                <c:pt idx="916">
                  <c:v>1.5</c:v>
                </c:pt>
                <c:pt idx="917">
                  <c:v>3.72</c:v>
                </c:pt>
                <c:pt idx="918">
                  <c:v>15.0</c:v>
                </c:pt>
                <c:pt idx="919">
                  <c:v>6.0</c:v>
                </c:pt>
                <c:pt idx="920">
                  <c:v>4.84999</c:v>
                </c:pt>
                <c:pt idx="921">
                  <c:v>5.85</c:v>
                </c:pt>
                <c:pt idx="922">
                  <c:v>6.5</c:v>
                </c:pt>
                <c:pt idx="923">
                  <c:v>4.0</c:v>
                </c:pt>
                <c:pt idx="924">
                  <c:v>4.75</c:v>
                </c:pt>
                <c:pt idx="925">
                  <c:v>1.7</c:v>
                </c:pt>
                <c:pt idx="926">
                  <c:v>8.0</c:v>
                </c:pt>
                <c:pt idx="927">
                  <c:v>2.15</c:v>
                </c:pt>
                <c:pt idx="928">
                  <c:v>6.0</c:v>
                </c:pt>
                <c:pt idx="929">
                  <c:v>9.8</c:v>
                </c:pt>
                <c:pt idx="930">
                  <c:v>3.7</c:v>
                </c:pt>
                <c:pt idx="931">
                  <c:v>4.0</c:v>
                </c:pt>
                <c:pt idx="932">
                  <c:v>3.5</c:v>
                </c:pt>
                <c:pt idx="933">
                  <c:v>4.95</c:v>
                </c:pt>
                <c:pt idx="934">
                  <c:v>1.95</c:v>
                </c:pt>
                <c:pt idx="935">
                  <c:v>3.8</c:v>
                </c:pt>
                <c:pt idx="936">
                  <c:v>1.3</c:v>
                </c:pt>
                <c:pt idx="937">
                  <c:v>2.2</c:v>
                </c:pt>
                <c:pt idx="938">
                  <c:v>6.5</c:v>
                </c:pt>
                <c:pt idx="939">
                  <c:v>1.6</c:v>
                </c:pt>
                <c:pt idx="940">
                  <c:v>2.5</c:v>
                </c:pt>
                <c:pt idx="941">
                  <c:v>12.0</c:v>
                </c:pt>
                <c:pt idx="942">
                  <c:v>5.0</c:v>
                </c:pt>
                <c:pt idx="943">
                  <c:v>8.3</c:v>
                </c:pt>
                <c:pt idx="944">
                  <c:v>3.5</c:v>
                </c:pt>
                <c:pt idx="945">
                  <c:v>3.0</c:v>
                </c:pt>
                <c:pt idx="946">
                  <c:v>5.3</c:v>
                </c:pt>
                <c:pt idx="947">
                  <c:v>2.1</c:v>
                </c:pt>
                <c:pt idx="948">
                  <c:v>4.69</c:v>
                </c:pt>
                <c:pt idx="949">
                  <c:v>2.4</c:v>
                </c:pt>
                <c:pt idx="950">
                  <c:v>3.65</c:v>
                </c:pt>
                <c:pt idx="951">
                  <c:v>4.75</c:v>
                </c:pt>
                <c:pt idx="952">
                  <c:v>4.09999</c:v>
                </c:pt>
                <c:pt idx="953">
                  <c:v>7.21</c:v>
                </c:pt>
                <c:pt idx="954">
                  <c:v>11.25</c:v>
                </c:pt>
                <c:pt idx="955">
                  <c:v>2.56</c:v>
                </c:pt>
                <c:pt idx="956">
                  <c:v>11.0</c:v>
                </c:pt>
                <c:pt idx="957">
                  <c:v>3.0</c:v>
                </c:pt>
                <c:pt idx="958">
                  <c:v>1.8</c:v>
                </c:pt>
                <c:pt idx="959">
                  <c:v>3.0</c:v>
                </c:pt>
                <c:pt idx="960">
                  <c:v>2.5</c:v>
                </c:pt>
                <c:pt idx="961">
                  <c:v>2.15</c:v>
                </c:pt>
                <c:pt idx="962">
                  <c:v>7.5</c:v>
                </c:pt>
                <c:pt idx="963">
                  <c:v>9.25</c:v>
                </c:pt>
                <c:pt idx="964">
                  <c:v>1.6</c:v>
                </c:pt>
                <c:pt idx="965">
                  <c:v>1.8</c:v>
                </c:pt>
                <c:pt idx="966">
                  <c:v>4.5</c:v>
                </c:pt>
                <c:pt idx="967">
                  <c:v>8.0</c:v>
                </c:pt>
                <c:pt idx="968">
                  <c:v>6.2</c:v>
                </c:pt>
                <c:pt idx="969">
                  <c:v>3.5</c:v>
                </c:pt>
                <c:pt idx="970">
                  <c:v>1.2</c:v>
                </c:pt>
                <c:pt idx="971">
                  <c:v>3.5</c:v>
                </c:pt>
                <c:pt idx="972">
                  <c:v>9.25</c:v>
                </c:pt>
                <c:pt idx="973">
                  <c:v>21.0</c:v>
                </c:pt>
                <c:pt idx="974">
                  <c:v>6.25</c:v>
                </c:pt>
                <c:pt idx="975">
                  <c:v>2.15</c:v>
                </c:pt>
                <c:pt idx="976">
                  <c:v>8.01</c:v>
                </c:pt>
                <c:pt idx="977">
                  <c:v>2.5</c:v>
                </c:pt>
                <c:pt idx="978">
                  <c:v>2.8</c:v>
                </c:pt>
                <c:pt idx="979">
                  <c:v>3.2</c:v>
                </c:pt>
                <c:pt idx="980">
                  <c:v>5.0</c:v>
                </c:pt>
                <c:pt idx="981">
                  <c:v>0.55</c:v>
                </c:pt>
                <c:pt idx="982">
                  <c:v>5.0</c:v>
                </c:pt>
                <c:pt idx="983">
                  <c:v>4.0</c:v>
                </c:pt>
                <c:pt idx="984">
                  <c:v>4.5</c:v>
                </c:pt>
                <c:pt idx="985">
                  <c:v>7.0</c:v>
                </c:pt>
                <c:pt idx="986">
                  <c:v>2.29999</c:v>
                </c:pt>
                <c:pt idx="987">
                  <c:v>6.0</c:v>
                </c:pt>
                <c:pt idx="988">
                  <c:v>2.2</c:v>
                </c:pt>
                <c:pt idx="989">
                  <c:v>3.4</c:v>
                </c:pt>
                <c:pt idx="990">
                  <c:v>1.9</c:v>
                </c:pt>
                <c:pt idx="991">
                  <c:v>11.1</c:v>
                </c:pt>
                <c:pt idx="992">
                  <c:v>4.26</c:v>
                </c:pt>
                <c:pt idx="993">
                  <c:v>7.25</c:v>
                </c:pt>
                <c:pt idx="994">
                  <c:v>6.5</c:v>
                </c:pt>
                <c:pt idx="995">
                  <c:v>2.6</c:v>
                </c:pt>
                <c:pt idx="996">
                  <c:v>9.75</c:v>
                </c:pt>
                <c:pt idx="997">
                  <c:v>3.0</c:v>
                </c:pt>
                <c:pt idx="998">
                  <c:v>1.95</c:v>
                </c:pt>
                <c:pt idx="999">
                  <c:v>2.6</c:v>
                </c:pt>
                <c:pt idx="1000">
                  <c:v>0.9</c:v>
                </c:pt>
                <c:pt idx="1001">
                  <c:v>3.1</c:v>
                </c:pt>
                <c:pt idx="1002">
                  <c:v>0.8</c:v>
                </c:pt>
                <c:pt idx="1003">
                  <c:v>9.5</c:v>
                </c:pt>
                <c:pt idx="1004">
                  <c:v>1.35</c:v>
                </c:pt>
                <c:pt idx="1005">
                  <c:v>3.6</c:v>
                </c:pt>
                <c:pt idx="1006">
                  <c:v>2.99</c:v>
                </c:pt>
                <c:pt idx="1007">
                  <c:v>3.5</c:v>
                </c:pt>
                <c:pt idx="1008">
                  <c:v>1.55</c:v>
                </c:pt>
                <c:pt idx="1009">
                  <c:v>7.75</c:v>
                </c:pt>
                <c:pt idx="1010">
                  <c:v>4.5</c:v>
                </c:pt>
                <c:pt idx="1011">
                  <c:v>1.14999</c:v>
                </c:pt>
                <c:pt idx="1012">
                  <c:v>2.9</c:v>
                </c:pt>
                <c:pt idx="1013">
                  <c:v>5.8</c:v>
                </c:pt>
                <c:pt idx="1014">
                  <c:v>5.0</c:v>
                </c:pt>
                <c:pt idx="1015">
                  <c:v>1.25</c:v>
                </c:pt>
                <c:pt idx="1016">
                  <c:v>1.0</c:v>
                </c:pt>
                <c:pt idx="1017">
                  <c:v>6.15</c:v>
                </c:pt>
                <c:pt idx="1018">
                  <c:v>4.0</c:v>
                </c:pt>
                <c:pt idx="1019">
                  <c:v>4.0</c:v>
                </c:pt>
                <c:pt idx="1020">
                  <c:v>7.4</c:v>
                </c:pt>
                <c:pt idx="1021">
                  <c:v>4.0</c:v>
                </c:pt>
                <c:pt idx="1022">
                  <c:v>4.59999</c:v>
                </c:pt>
                <c:pt idx="1023">
                  <c:v>5.67</c:v>
                </c:pt>
                <c:pt idx="1024">
                  <c:v>0.6</c:v>
                </c:pt>
                <c:pt idx="1025">
                  <c:v>2.5</c:v>
                </c:pt>
                <c:pt idx="1026">
                  <c:v>2.7</c:v>
                </c:pt>
                <c:pt idx="1027">
                  <c:v>3.9</c:v>
                </c:pt>
                <c:pt idx="1028">
                  <c:v>1.85</c:v>
                </c:pt>
                <c:pt idx="1029">
                  <c:v>3.4</c:v>
                </c:pt>
                <c:pt idx="1030">
                  <c:v>3.6</c:v>
                </c:pt>
                <c:pt idx="1031">
                  <c:v>2.9</c:v>
                </c:pt>
                <c:pt idx="1032">
                  <c:v>6.5</c:v>
                </c:pt>
                <c:pt idx="1033">
                  <c:v>5.3</c:v>
                </c:pt>
                <c:pt idx="1034">
                  <c:v>9.0</c:v>
                </c:pt>
                <c:pt idx="1035">
                  <c:v>2.25</c:v>
                </c:pt>
                <c:pt idx="1036">
                  <c:v>6.5</c:v>
                </c:pt>
                <c:pt idx="1037">
                  <c:v>2.1</c:v>
                </c:pt>
                <c:pt idx="1038">
                  <c:v>6.3</c:v>
                </c:pt>
              </c:numCache>
            </c:numRef>
          </c:xVal>
          <c:yVal>
            <c:numRef>
              <c:f>Sheet1!$B$2:$B$1040</c:f>
              <c:numCache>
                <c:formatCode>General</c:formatCode>
                <c:ptCount val="1039"/>
                <c:pt idx="0">
                  <c:v>89.21502343653027</c:v>
                </c:pt>
                <c:pt idx="1">
                  <c:v>13.534880157795921</c:v>
                </c:pt>
                <c:pt idx="2">
                  <c:v>7.097233326797314</c:v>
                </c:pt>
                <c:pt idx="3">
                  <c:v>2.995035055255642</c:v>
                </c:pt>
                <c:pt idx="4">
                  <c:v>1.6125630147435321</c:v>
                </c:pt>
                <c:pt idx="5">
                  <c:v>8.205766186675893</c:v>
                </c:pt>
                <c:pt idx="6">
                  <c:v>5.381118741724797</c:v>
                </c:pt>
                <c:pt idx="7">
                  <c:v>5.759492751509778</c:v>
                </c:pt>
                <c:pt idx="8">
                  <c:v>1.3844814274620303</c:v>
                </c:pt>
                <c:pt idx="9">
                  <c:v>2.633799133024552</c:v>
                </c:pt>
                <c:pt idx="10">
                  <c:v>5.02545951207877</c:v>
                </c:pt>
                <c:pt idx="11">
                  <c:v>9.07782862180471</c:v>
                </c:pt>
                <c:pt idx="12">
                  <c:v>3.472949861385919</c:v>
                </c:pt>
                <c:pt idx="13">
                  <c:v>2.123303731390838</c:v>
                </c:pt>
                <c:pt idx="14">
                  <c:v>7.760784254065879</c:v>
                </c:pt>
                <c:pt idx="15">
                  <c:v>2.6235434333150898</c:v>
                </c:pt>
                <c:pt idx="16">
                  <c:v>4.701137569522008</c:v>
                </c:pt>
                <c:pt idx="17">
                  <c:v>2.797647017194127</c:v>
                </c:pt>
                <c:pt idx="18">
                  <c:v>3.8308396861514025</c:v>
                </c:pt>
                <c:pt idx="19">
                  <c:v>3.774607275907389</c:v>
                </c:pt>
                <c:pt idx="20">
                  <c:v>31.2376570718353</c:v>
                </c:pt>
                <c:pt idx="21">
                  <c:v>5.797273947253334</c:v>
                </c:pt>
                <c:pt idx="22">
                  <c:v>1.5055961116939696</c:v>
                </c:pt>
                <c:pt idx="23">
                  <c:v>11.367735689541535</c:v>
                </c:pt>
                <c:pt idx="24">
                  <c:v>5.140500496082544</c:v>
                </c:pt>
                <c:pt idx="25">
                  <c:v>4.375456946566811</c:v>
                </c:pt>
                <c:pt idx="26">
                  <c:v>4.9232319410862075</c:v>
                </c:pt>
                <c:pt idx="27">
                  <c:v>18.83396620325429</c:v>
                </c:pt>
                <c:pt idx="28">
                  <c:v>8.519547518884869</c:v>
                </c:pt>
                <c:pt idx="29">
                  <c:v>7.605453055039075</c:v>
                </c:pt>
                <c:pt idx="30">
                  <c:v>3.1160935507528844</c:v>
                </c:pt>
                <c:pt idx="31">
                  <c:v>4.661066734083539</c:v>
                </c:pt>
                <c:pt idx="32">
                  <c:v>6.995568639477</c:v>
                </c:pt>
                <c:pt idx="33">
                  <c:v>1.2504717944270907</c:v>
                </c:pt>
                <c:pt idx="34">
                  <c:v>1.680653728636768</c:v>
                </c:pt>
                <c:pt idx="35">
                  <c:v>3.1683933447840484</c:v>
                </c:pt>
                <c:pt idx="36">
                  <c:v>5.1351303129287444</c:v>
                </c:pt>
                <c:pt idx="37">
                  <c:v>4.099748163197402</c:v>
                </c:pt>
                <c:pt idx="38">
                  <c:v>4.595565459517104</c:v>
                </c:pt>
                <c:pt idx="39">
                  <c:v>1.255916840210517</c:v>
                </c:pt>
                <c:pt idx="40">
                  <c:v>3.9269062182442673</c:v>
                </c:pt>
                <c:pt idx="41">
                  <c:v>8.24450813511936</c:v>
                </c:pt>
                <c:pt idx="42">
                  <c:v>3.764297310356871</c:v>
                </c:pt>
                <c:pt idx="43">
                  <c:v>8.030133005746228</c:v>
                </c:pt>
                <c:pt idx="44">
                  <c:v>2.9565954409003212</c:v>
                </c:pt>
                <c:pt idx="45">
                  <c:v>5.682829891722171</c:v>
                </c:pt>
                <c:pt idx="46">
                  <c:v>0.8069126597750144</c:v>
                </c:pt>
                <c:pt idx="47">
                  <c:v>4.088608595145268</c:v>
                </c:pt>
                <c:pt idx="48">
                  <c:v>6.006645201137389</c:v>
                </c:pt>
                <c:pt idx="49">
                  <c:v>4.145108823797603</c:v>
                </c:pt>
                <c:pt idx="50">
                  <c:v>5.9962800524829385</c:v>
                </c:pt>
                <c:pt idx="51">
                  <c:v>6.016471679019829</c:v>
                </c:pt>
                <c:pt idx="52">
                  <c:v>6.653145738419948</c:v>
                </c:pt>
                <c:pt idx="53">
                  <c:v>4.4024374080793836</c:v>
                </c:pt>
                <c:pt idx="54">
                  <c:v>2.7849546615893166</c:v>
                </c:pt>
                <c:pt idx="55">
                  <c:v>1.162760097570355</c:v>
                </c:pt>
                <c:pt idx="56">
                  <c:v>5.7045604486026695</c:v>
                </c:pt>
                <c:pt idx="57">
                  <c:v>4.911067748702694</c:v>
                </c:pt>
                <c:pt idx="58">
                  <c:v>2.0404467540037197</c:v>
                </c:pt>
                <c:pt idx="59">
                  <c:v>1.6963344587984828</c:v>
                </c:pt>
                <c:pt idx="60">
                  <c:v>2.080474682547607</c:v>
                </c:pt>
                <c:pt idx="61">
                  <c:v>2.091505631631273</c:v>
                </c:pt>
                <c:pt idx="62">
                  <c:v>3.1552464532872273</c:v>
                </c:pt>
                <c:pt idx="63">
                  <c:v>10.463005125093384</c:v>
                </c:pt>
                <c:pt idx="64">
                  <c:v>1.5529000685850243</c:v>
                </c:pt>
                <c:pt idx="65">
                  <c:v>3.743879607010252</c:v>
                </c:pt>
                <c:pt idx="66">
                  <c:v>5.232917167723706</c:v>
                </c:pt>
                <c:pt idx="67">
                  <c:v>6.386678593390429</c:v>
                </c:pt>
                <c:pt idx="68">
                  <c:v>1.3312980317989724</c:v>
                </c:pt>
                <c:pt idx="69">
                  <c:v>5.792162144346565</c:v>
                </c:pt>
                <c:pt idx="70">
                  <c:v>5.27817596844016</c:v>
                </c:pt>
                <c:pt idx="71">
                  <c:v>3.7651805327179115</c:v>
                </c:pt>
                <c:pt idx="72">
                  <c:v>6.60631441053411</c:v>
                </c:pt>
                <c:pt idx="73">
                  <c:v>4.096898891679493</c:v>
                </c:pt>
                <c:pt idx="74">
                  <c:v>2.699512602524039</c:v>
                </c:pt>
                <c:pt idx="75">
                  <c:v>9.902820938618047</c:v>
                </c:pt>
                <c:pt idx="76">
                  <c:v>2.838009428932339</c:v>
                </c:pt>
                <c:pt idx="77">
                  <c:v>0.7438506772426551</c:v>
                </c:pt>
                <c:pt idx="78">
                  <c:v>2.953779972783724</c:v>
                </c:pt>
                <c:pt idx="79">
                  <c:v>8.49318255893455</c:v>
                </c:pt>
                <c:pt idx="80">
                  <c:v>1.4114095931121537</c:v>
                </c:pt>
                <c:pt idx="81">
                  <c:v>6.478141316665487</c:v>
                </c:pt>
                <c:pt idx="82">
                  <c:v>28.36538898094987</c:v>
                </c:pt>
                <c:pt idx="83">
                  <c:v>7.9238659751051586</c:v>
                </c:pt>
                <c:pt idx="84">
                  <c:v>6.363939535255349</c:v>
                </c:pt>
                <c:pt idx="85">
                  <c:v>2.3601208681985804</c:v>
                </c:pt>
                <c:pt idx="86">
                  <c:v>3.7983970576854853</c:v>
                </c:pt>
                <c:pt idx="87">
                  <c:v>3.182602530826857</c:v>
                </c:pt>
                <c:pt idx="88">
                  <c:v>5.995062136052763</c:v>
                </c:pt>
                <c:pt idx="89">
                  <c:v>17.015606015872834</c:v>
                </c:pt>
                <c:pt idx="90">
                  <c:v>1.3763785125854315</c:v>
                </c:pt>
                <c:pt idx="91">
                  <c:v>3.298452673845993</c:v>
                </c:pt>
                <c:pt idx="92">
                  <c:v>1.9509557587427702</c:v>
                </c:pt>
                <c:pt idx="93">
                  <c:v>1.5384733356323899</c:v>
                </c:pt>
                <c:pt idx="94">
                  <c:v>2.784415558009296</c:v>
                </c:pt>
                <c:pt idx="95">
                  <c:v>4.066458960510488</c:v>
                </c:pt>
                <c:pt idx="96">
                  <c:v>7.432596583090797</c:v>
                </c:pt>
                <c:pt idx="97">
                  <c:v>2.6793581413797454</c:v>
                </c:pt>
                <c:pt idx="98">
                  <c:v>5.306930777243937</c:v>
                </c:pt>
                <c:pt idx="99">
                  <c:v>6.2586350833246716</c:v>
                </c:pt>
                <c:pt idx="100">
                  <c:v>6.015370131005632</c:v>
                </c:pt>
                <c:pt idx="101">
                  <c:v>11.224020520599526</c:v>
                </c:pt>
                <c:pt idx="102">
                  <c:v>3.290877225148319</c:v>
                </c:pt>
                <c:pt idx="103">
                  <c:v>7.708478971710351</c:v>
                </c:pt>
                <c:pt idx="104">
                  <c:v>3.1954611202765593</c:v>
                </c:pt>
                <c:pt idx="105">
                  <c:v>29.81005180608265</c:v>
                </c:pt>
                <c:pt idx="106">
                  <c:v>4.0402889486572</c:v>
                </c:pt>
                <c:pt idx="107">
                  <c:v>4.0746965733048786</c:v>
                </c:pt>
                <c:pt idx="108">
                  <c:v>0.4635499620696748</c:v>
                </c:pt>
                <c:pt idx="109">
                  <c:v>7.620249298529536</c:v>
                </c:pt>
                <c:pt idx="110">
                  <c:v>3.949775796613777</c:v>
                </c:pt>
                <c:pt idx="111">
                  <c:v>2.9118238237359555</c:v>
                </c:pt>
                <c:pt idx="112">
                  <c:v>4.561394338525578</c:v>
                </c:pt>
                <c:pt idx="113">
                  <c:v>3.7543055054177046</c:v>
                </c:pt>
                <c:pt idx="114">
                  <c:v>3.2722283903919673</c:v>
                </c:pt>
                <c:pt idx="115">
                  <c:v>7.743071078666889</c:v>
                </c:pt>
                <c:pt idx="116">
                  <c:v>1.0133623648372587</c:v>
                </c:pt>
                <c:pt idx="117">
                  <c:v>5.295686855594119</c:v>
                </c:pt>
                <c:pt idx="118">
                  <c:v>7.664562440832481</c:v>
                </c:pt>
                <c:pt idx="119">
                  <c:v>4.0896420139913445</c:v>
                </c:pt>
                <c:pt idx="120">
                  <c:v>3.676497851142555</c:v>
                </c:pt>
                <c:pt idx="121">
                  <c:v>8.52007565204153</c:v>
                </c:pt>
                <c:pt idx="122">
                  <c:v>6.9334872912048935</c:v>
                </c:pt>
                <c:pt idx="123">
                  <c:v>3.4600601067472825</c:v>
                </c:pt>
                <c:pt idx="124">
                  <c:v>5.173412020040924</c:v>
                </c:pt>
                <c:pt idx="125">
                  <c:v>7.610597259780644</c:v>
                </c:pt>
                <c:pt idx="126">
                  <c:v>5.50488405128044</c:v>
                </c:pt>
                <c:pt idx="127">
                  <c:v>7.701527703835492</c:v>
                </c:pt>
                <c:pt idx="128">
                  <c:v>3.049444368730605</c:v>
                </c:pt>
                <c:pt idx="129">
                  <c:v>4.980415173492914</c:v>
                </c:pt>
                <c:pt idx="130">
                  <c:v>4.560228664815905</c:v>
                </c:pt>
                <c:pt idx="131">
                  <c:v>5.429797517656543</c:v>
                </c:pt>
                <c:pt idx="132">
                  <c:v>1.1009977768146288</c:v>
                </c:pt>
                <c:pt idx="133">
                  <c:v>5.4609040492697964</c:v>
                </c:pt>
                <c:pt idx="134">
                  <c:v>9.324823183356628</c:v>
                </c:pt>
                <c:pt idx="135">
                  <c:v>10.573495410301605</c:v>
                </c:pt>
                <c:pt idx="136">
                  <c:v>1.5762343937774235</c:v>
                </c:pt>
                <c:pt idx="137">
                  <c:v>6.6684609752918655</c:v>
                </c:pt>
                <c:pt idx="138">
                  <c:v>7.340492796176412</c:v>
                </c:pt>
                <c:pt idx="139">
                  <c:v>2.134649301591767</c:v>
                </c:pt>
                <c:pt idx="140">
                  <c:v>6.214088810687717</c:v>
                </c:pt>
                <c:pt idx="141">
                  <c:v>21.143471952502363</c:v>
                </c:pt>
                <c:pt idx="142">
                  <c:v>5.190822853930705</c:v>
                </c:pt>
                <c:pt idx="143">
                  <c:v>1.5205814811007583</c:v>
                </c:pt>
                <c:pt idx="144">
                  <c:v>8.147500932243501</c:v>
                </c:pt>
                <c:pt idx="145">
                  <c:v>8.343895685453202</c:v>
                </c:pt>
                <c:pt idx="146">
                  <c:v>0.8967128449466334</c:v>
                </c:pt>
                <c:pt idx="147">
                  <c:v>4.015983661222403</c:v>
                </c:pt>
                <c:pt idx="148">
                  <c:v>3.176020001479276</c:v>
                </c:pt>
                <c:pt idx="149">
                  <c:v>2.0583455526327774</c:v>
                </c:pt>
                <c:pt idx="150">
                  <c:v>4.222315161883049</c:v>
                </c:pt>
                <c:pt idx="151">
                  <c:v>5.723966263970445</c:v>
                </c:pt>
                <c:pt idx="152">
                  <c:v>5.490434416607905</c:v>
                </c:pt>
                <c:pt idx="153">
                  <c:v>2.61295136338758</c:v>
                </c:pt>
                <c:pt idx="154">
                  <c:v>5.290997148411997</c:v>
                </c:pt>
                <c:pt idx="155">
                  <c:v>10.414076545505159</c:v>
                </c:pt>
                <c:pt idx="156">
                  <c:v>3.9719527044059593</c:v>
                </c:pt>
                <c:pt idx="157">
                  <c:v>1.851669374045521</c:v>
                </c:pt>
                <c:pt idx="158">
                  <c:v>7.490926880025987</c:v>
                </c:pt>
                <c:pt idx="159">
                  <c:v>1.5382151296613298</c:v>
                </c:pt>
                <c:pt idx="160">
                  <c:v>6.772362980211879</c:v>
                </c:pt>
                <c:pt idx="161">
                  <c:v>6.758626509642484</c:v>
                </c:pt>
                <c:pt idx="162">
                  <c:v>3.5241404480599074</c:v>
                </c:pt>
                <c:pt idx="163">
                  <c:v>4.054180152392352</c:v>
                </c:pt>
                <c:pt idx="164">
                  <c:v>2.9011245728125976</c:v>
                </c:pt>
                <c:pt idx="165">
                  <c:v>6.440693683870377</c:v>
                </c:pt>
                <c:pt idx="166">
                  <c:v>3.531811596514211</c:v>
                </c:pt>
                <c:pt idx="167">
                  <c:v>3.028640762363191</c:v>
                </c:pt>
                <c:pt idx="168">
                  <c:v>3.307057793736594</c:v>
                </c:pt>
                <c:pt idx="169">
                  <c:v>4.2926288292796855</c:v>
                </c:pt>
                <c:pt idx="170">
                  <c:v>1.3634226535721272</c:v>
                </c:pt>
                <c:pt idx="171">
                  <c:v>3.176659161301179</c:v>
                </c:pt>
                <c:pt idx="172">
                  <c:v>6.436469150926412</c:v>
                </c:pt>
                <c:pt idx="173">
                  <c:v>3.3187128586657235</c:v>
                </c:pt>
                <c:pt idx="174">
                  <c:v>0.5603538854859551</c:v>
                </c:pt>
                <c:pt idx="175">
                  <c:v>1.3651674192299923</c:v>
                </c:pt>
                <c:pt idx="176">
                  <c:v>3.3055442892579436</c:v>
                </c:pt>
                <c:pt idx="177">
                  <c:v>6.488374041075629</c:v>
                </c:pt>
                <c:pt idx="178">
                  <c:v>2.2374453088607247</c:v>
                </c:pt>
                <c:pt idx="179">
                  <c:v>0.8503819838849253</c:v>
                </c:pt>
                <c:pt idx="180">
                  <c:v>7.87441815330536</c:v>
                </c:pt>
                <c:pt idx="181">
                  <c:v>1.544147174119397</c:v>
                </c:pt>
                <c:pt idx="182">
                  <c:v>3.794121371746995</c:v>
                </c:pt>
                <c:pt idx="183">
                  <c:v>6.497451693733287</c:v>
                </c:pt>
                <c:pt idx="184">
                  <c:v>0.6775990254678059</c:v>
                </c:pt>
                <c:pt idx="185">
                  <c:v>5.5139580411447895</c:v>
                </c:pt>
                <c:pt idx="186">
                  <c:v>3.5877716765745244</c:v>
                </c:pt>
                <c:pt idx="187">
                  <c:v>8.25758609745719</c:v>
                </c:pt>
                <c:pt idx="188">
                  <c:v>2.462647943487324</c:v>
                </c:pt>
                <c:pt idx="189">
                  <c:v>6.197086093101328</c:v>
                </c:pt>
                <c:pt idx="190">
                  <c:v>5.056414341174982</c:v>
                </c:pt>
                <c:pt idx="191">
                  <c:v>2.746213549252522</c:v>
                </c:pt>
                <c:pt idx="192">
                  <c:v>3.741420380637567</c:v>
                </c:pt>
                <c:pt idx="193">
                  <c:v>5.839923741339823</c:v>
                </c:pt>
                <c:pt idx="194">
                  <c:v>6.822641823384781</c:v>
                </c:pt>
                <c:pt idx="195">
                  <c:v>1.1130797104383674</c:v>
                </c:pt>
                <c:pt idx="196">
                  <c:v>3.1360529904567804</c:v>
                </c:pt>
                <c:pt idx="197">
                  <c:v>2.6889317836502307</c:v>
                </c:pt>
                <c:pt idx="198">
                  <c:v>6.172166572813889</c:v>
                </c:pt>
                <c:pt idx="199">
                  <c:v>0.6910807725220873</c:v>
                </c:pt>
                <c:pt idx="200">
                  <c:v>7.926450817927788</c:v>
                </c:pt>
                <c:pt idx="201">
                  <c:v>2.0167152179493746</c:v>
                </c:pt>
                <c:pt idx="202">
                  <c:v>1.7810964946104186</c:v>
                </c:pt>
                <c:pt idx="203">
                  <c:v>29.273339764601136</c:v>
                </c:pt>
                <c:pt idx="204">
                  <c:v>6.729343638586708</c:v>
                </c:pt>
                <c:pt idx="205">
                  <c:v>7.626458046084588</c:v>
                </c:pt>
                <c:pt idx="206">
                  <c:v>4.897354734108525</c:v>
                </c:pt>
                <c:pt idx="207">
                  <c:v>0.9452190048243394</c:v>
                </c:pt>
                <c:pt idx="208">
                  <c:v>11.904085540609618</c:v>
                </c:pt>
                <c:pt idx="209">
                  <c:v>2.4418062341005444</c:v>
                </c:pt>
                <c:pt idx="210">
                  <c:v>5.900293896240961</c:v>
                </c:pt>
                <c:pt idx="211">
                  <c:v>2.51235235827924</c:v>
                </c:pt>
                <c:pt idx="212">
                  <c:v>0.6622415233078406</c:v>
                </c:pt>
                <c:pt idx="213">
                  <c:v>2.634716094712931</c:v>
                </c:pt>
                <c:pt idx="214">
                  <c:v>1.854548243714991</c:v>
                </c:pt>
                <c:pt idx="215">
                  <c:v>3.4359866237419547</c:v>
                </c:pt>
                <c:pt idx="216">
                  <c:v>1.4008707253706227</c:v>
                </c:pt>
                <c:pt idx="217">
                  <c:v>6.1436783862918425</c:v>
                </c:pt>
                <c:pt idx="218">
                  <c:v>3.134417464152112</c:v>
                </c:pt>
                <c:pt idx="219">
                  <c:v>5.42402165541396</c:v>
                </c:pt>
                <c:pt idx="220">
                  <c:v>1.17244761212718</c:v>
                </c:pt>
                <c:pt idx="221">
                  <c:v>3.029530500796856</c:v>
                </c:pt>
                <c:pt idx="222">
                  <c:v>2.810633085684666</c:v>
                </c:pt>
                <c:pt idx="223">
                  <c:v>3.639134295902459</c:v>
                </c:pt>
                <c:pt idx="224">
                  <c:v>1.5073618038585386</c:v>
                </c:pt>
                <c:pt idx="225">
                  <c:v>6.988440446376054</c:v>
                </c:pt>
                <c:pt idx="226">
                  <c:v>5.513148288503248</c:v>
                </c:pt>
                <c:pt idx="227">
                  <c:v>1.7460940343511575</c:v>
                </c:pt>
                <c:pt idx="228">
                  <c:v>5.739670900052337</c:v>
                </c:pt>
                <c:pt idx="229">
                  <c:v>4.140968061538608</c:v>
                </c:pt>
                <c:pt idx="230">
                  <c:v>5.223369084128993</c:v>
                </c:pt>
                <c:pt idx="231">
                  <c:v>8.596346665239857</c:v>
                </c:pt>
                <c:pt idx="232">
                  <c:v>9.473881097173964</c:v>
                </c:pt>
                <c:pt idx="233">
                  <c:v>24.139373182038838</c:v>
                </c:pt>
                <c:pt idx="234">
                  <c:v>7.581367379601271</c:v>
                </c:pt>
                <c:pt idx="235">
                  <c:v>1.6834176168165609</c:v>
                </c:pt>
                <c:pt idx="236">
                  <c:v>8.366253936957893</c:v>
                </c:pt>
                <c:pt idx="237">
                  <c:v>2.713960356532158</c:v>
                </c:pt>
                <c:pt idx="238">
                  <c:v>5.256234669417886</c:v>
                </c:pt>
                <c:pt idx="239">
                  <c:v>1.3146014030715456</c:v>
                </c:pt>
                <c:pt idx="240">
                  <c:v>7.337070379364105</c:v>
                </c:pt>
                <c:pt idx="241">
                  <c:v>2.152943228376843</c:v>
                </c:pt>
                <c:pt idx="242">
                  <c:v>4.6148501254514604</c:v>
                </c:pt>
                <c:pt idx="243">
                  <c:v>7.1768402574034935</c:v>
                </c:pt>
                <c:pt idx="244">
                  <c:v>1.0374113689834812</c:v>
                </c:pt>
                <c:pt idx="245">
                  <c:v>3.527728334556354</c:v>
                </c:pt>
                <c:pt idx="246">
                  <c:v>4.891925975345216</c:v>
                </c:pt>
                <c:pt idx="247">
                  <c:v>11.175390588887335</c:v>
                </c:pt>
                <c:pt idx="248">
                  <c:v>10.636726838761582</c:v>
                </c:pt>
                <c:pt idx="249">
                  <c:v>4.070630031515489</c:v>
                </c:pt>
                <c:pt idx="250">
                  <c:v>3.471132014676252</c:v>
                </c:pt>
                <c:pt idx="251">
                  <c:v>3.1365614631162595</c:v>
                </c:pt>
                <c:pt idx="252">
                  <c:v>0.92458219313779</c:v>
                </c:pt>
                <c:pt idx="253">
                  <c:v>4.629979322735146</c:v>
                </c:pt>
                <c:pt idx="254">
                  <c:v>1.1774013144410949</c:v>
                </c:pt>
                <c:pt idx="255">
                  <c:v>5.86709853940214</c:v>
                </c:pt>
                <c:pt idx="256">
                  <c:v>3.1629621191572257</c:v>
                </c:pt>
                <c:pt idx="257">
                  <c:v>6.513625944302564</c:v>
                </c:pt>
                <c:pt idx="258">
                  <c:v>5.219883272715084</c:v>
                </c:pt>
                <c:pt idx="259">
                  <c:v>6.038257115837917</c:v>
                </c:pt>
                <c:pt idx="260">
                  <c:v>4.82286769794072</c:v>
                </c:pt>
                <c:pt idx="261">
                  <c:v>6.764197741242162</c:v>
                </c:pt>
                <c:pt idx="262">
                  <c:v>4.494498216752252</c:v>
                </c:pt>
                <c:pt idx="263">
                  <c:v>8.416783310601579</c:v>
                </c:pt>
                <c:pt idx="264">
                  <c:v>5.6926640694134765</c:v>
                </c:pt>
                <c:pt idx="265">
                  <c:v>1.5793792446613346</c:v>
                </c:pt>
                <c:pt idx="266">
                  <c:v>2.1024406742193027</c:v>
                </c:pt>
                <c:pt idx="267">
                  <c:v>2.0872614134032523</c:v>
                </c:pt>
                <c:pt idx="268">
                  <c:v>6.414451998849013</c:v>
                </c:pt>
                <c:pt idx="269">
                  <c:v>3.342621305432267</c:v>
                </c:pt>
                <c:pt idx="270">
                  <c:v>5.526787958045866</c:v>
                </c:pt>
                <c:pt idx="271">
                  <c:v>3.127165067964656</c:v>
                </c:pt>
                <c:pt idx="272">
                  <c:v>3.3029036227466406</c:v>
                </c:pt>
                <c:pt idx="273">
                  <c:v>1.6379962395854393</c:v>
                </c:pt>
                <c:pt idx="274">
                  <c:v>2.7884786653843268</c:v>
                </c:pt>
                <c:pt idx="275">
                  <c:v>4.58098993979805</c:v>
                </c:pt>
                <c:pt idx="276">
                  <c:v>7.620249298529536</c:v>
                </c:pt>
                <c:pt idx="277">
                  <c:v>34.841445330329336</c:v>
                </c:pt>
                <c:pt idx="278">
                  <c:v>1.5267265044479963</c:v>
                </c:pt>
                <c:pt idx="279">
                  <c:v>2.7902689490717485</c:v>
                </c:pt>
                <c:pt idx="280">
                  <c:v>4.223579739261866</c:v>
                </c:pt>
                <c:pt idx="281">
                  <c:v>9.154769892158901</c:v>
                </c:pt>
                <c:pt idx="282">
                  <c:v>2.306290962871409</c:v>
                </c:pt>
                <c:pt idx="283">
                  <c:v>2.528037189906317</c:v>
                </c:pt>
                <c:pt idx="284">
                  <c:v>3.783361194175845</c:v>
                </c:pt>
                <c:pt idx="285">
                  <c:v>3.50058245561586</c:v>
                </c:pt>
                <c:pt idx="286">
                  <c:v>11.992828900238996</c:v>
                </c:pt>
                <c:pt idx="287">
                  <c:v>3.227262830627888</c:v>
                </c:pt>
                <c:pt idx="288">
                  <c:v>3.607609814375158</c:v>
                </c:pt>
                <c:pt idx="289">
                  <c:v>5.690731692145548</c:v>
                </c:pt>
                <c:pt idx="290">
                  <c:v>5.337302882534959</c:v>
                </c:pt>
                <c:pt idx="291">
                  <c:v>4.397003717622325</c:v>
                </c:pt>
                <c:pt idx="292">
                  <c:v>0.7752029555637387</c:v>
                </c:pt>
                <c:pt idx="293">
                  <c:v>3.599914787285271</c:v>
                </c:pt>
                <c:pt idx="294">
                  <c:v>2.5956205829241004</c:v>
                </c:pt>
                <c:pt idx="295">
                  <c:v>0.8502043961774629</c:v>
                </c:pt>
                <c:pt idx="296">
                  <c:v>3.8928331866044896</c:v>
                </c:pt>
                <c:pt idx="297">
                  <c:v>5.378553436021186</c:v>
                </c:pt>
                <c:pt idx="298">
                  <c:v>4.033563152740437</c:v>
                </c:pt>
                <c:pt idx="299">
                  <c:v>3.4100832532490273</c:v>
                </c:pt>
                <c:pt idx="300">
                  <c:v>2.059011114260127</c:v>
                </c:pt>
                <c:pt idx="301">
                  <c:v>4.260307995269491</c:v>
                </c:pt>
                <c:pt idx="302">
                  <c:v>6.31429452812499</c:v>
                </c:pt>
                <c:pt idx="303">
                  <c:v>1.8812558723789463</c:v>
                </c:pt>
                <c:pt idx="304">
                  <c:v>8.157149287995255</c:v>
                </c:pt>
                <c:pt idx="305">
                  <c:v>1.2094147833943278</c:v>
                </c:pt>
                <c:pt idx="306">
                  <c:v>1.897291366486107</c:v>
                </c:pt>
                <c:pt idx="307">
                  <c:v>3.985665971458602</c:v>
                </c:pt>
                <c:pt idx="308">
                  <c:v>5.268464913739293</c:v>
                </c:pt>
                <c:pt idx="309">
                  <c:v>1.2300874845138812</c:v>
                </c:pt>
                <c:pt idx="310">
                  <c:v>2.6737476171311974</c:v>
                </c:pt>
                <c:pt idx="311">
                  <c:v>3.732959301142554</c:v>
                </c:pt>
                <c:pt idx="312">
                  <c:v>2.3946573552496537</c:v>
                </c:pt>
                <c:pt idx="313">
                  <c:v>8.504992068425194</c:v>
                </c:pt>
                <c:pt idx="314">
                  <c:v>6.568620721613143</c:v>
                </c:pt>
                <c:pt idx="315">
                  <c:v>5.480808465926273</c:v>
                </c:pt>
                <c:pt idx="316">
                  <c:v>16.330339550645178</c:v>
                </c:pt>
                <c:pt idx="317">
                  <c:v>2.637554416795666</c:v>
                </c:pt>
                <c:pt idx="318">
                  <c:v>1.3157201806857688</c:v>
                </c:pt>
                <c:pt idx="319">
                  <c:v>11.545815509979853</c:v>
                </c:pt>
                <c:pt idx="320">
                  <c:v>6.396681439885661</c:v>
                </c:pt>
                <c:pt idx="321">
                  <c:v>4.812323514683766</c:v>
                </c:pt>
                <c:pt idx="322">
                  <c:v>3.7789006129825977</c:v>
                </c:pt>
                <c:pt idx="323">
                  <c:v>0.7572612862468654</c:v>
                </c:pt>
                <c:pt idx="324">
                  <c:v>3.237342807331673</c:v>
                </c:pt>
                <c:pt idx="325">
                  <c:v>4.0236393401054285</c:v>
                </c:pt>
                <c:pt idx="326">
                  <c:v>6.744300413522073</c:v>
                </c:pt>
                <c:pt idx="327">
                  <c:v>1.6669276415998573</c:v>
                </c:pt>
                <c:pt idx="328">
                  <c:v>4.267314206429927</c:v>
                </c:pt>
                <c:pt idx="329">
                  <c:v>1.104583028786726</c:v>
                </c:pt>
                <c:pt idx="330">
                  <c:v>2.770844990316168</c:v>
                </c:pt>
                <c:pt idx="331">
                  <c:v>2.0592290882849262</c:v>
                </c:pt>
                <c:pt idx="332">
                  <c:v>2.0510366025538764</c:v>
                </c:pt>
                <c:pt idx="333">
                  <c:v>2.428082400235026</c:v>
                </c:pt>
                <c:pt idx="334">
                  <c:v>3.4225746612437042</c:v>
                </c:pt>
                <c:pt idx="335">
                  <c:v>4.188110618769495</c:v>
                </c:pt>
                <c:pt idx="336">
                  <c:v>10.454856029701684</c:v>
                </c:pt>
                <c:pt idx="337">
                  <c:v>2.071658240002316</c:v>
                </c:pt>
                <c:pt idx="338">
                  <c:v>2.9971980459499736</c:v>
                </c:pt>
                <c:pt idx="339">
                  <c:v>2.663803755605191</c:v>
                </c:pt>
                <c:pt idx="340">
                  <c:v>5.20326808912861</c:v>
                </c:pt>
                <c:pt idx="341">
                  <c:v>10.416390874122637</c:v>
                </c:pt>
                <c:pt idx="342">
                  <c:v>9.14402002444124</c:v>
                </c:pt>
                <c:pt idx="343">
                  <c:v>10.490451448625835</c:v>
                </c:pt>
                <c:pt idx="344">
                  <c:v>4.57986293516042</c:v>
                </c:pt>
                <c:pt idx="345">
                  <c:v>1.4508382910158102</c:v>
                </c:pt>
                <c:pt idx="346">
                  <c:v>6.729260210275345</c:v>
                </c:pt>
                <c:pt idx="347">
                  <c:v>3.977232824212649</c:v>
                </c:pt>
                <c:pt idx="348">
                  <c:v>2.106818225465226</c:v>
                </c:pt>
                <c:pt idx="349">
                  <c:v>3.914063226436202</c:v>
                </c:pt>
                <c:pt idx="350">
                  <c:v>1.3032197089942674</c:v>
                </c:pt>
                <c:pt idx="351">
                  <c:v>1.0888517480752837</c:v>
                </c:pt>
                <c:pt idx="352">
                  <c:v>3.730140823980149</c:v>
                </c:pt>
                <c:pt idx="353">
                  <c:v>9.483444948174938</c:v>
                </c:pt>
                <c:pt idx="354">
                  <c:v>5.387100651621075</c:v>
                </c:pt>
                <c:pt idx="355">
                  <c:v>4.989452531450781</c:v>
                </c:pt>
                <c:pt idx="356">
                  <c:v>2.5374137434721638</c:v>
                </c:pt>
                <c:pt idx="357">
                  <c:v>0.5909272718176279</c:v>
                </c:pt>
                <c:pt idx="358">
                  <c:v>1.17456839026536</c:v>
                </c:pt>
                <c:pt idx="359">
                  <c:v>5.1631599912258945</c:v>
                </c:pt>
                <c:pt idx="360">
                  <c:v>3.902445546885247</c:v>
                </c:pt>
                <c:pt idx="361">
                  <c:v>1.1853712612109155</c:v>
                </c:pt>
                <c:pt idx="362">
                  <c:v>1.9302116300400798</c:v>
                </c:pt>
                <c:pt idx="363">
                  <c:v>5.563053264519135</c:v>
                </c:pt>
                <c:pt idx="364">
                  <c:v>1.8163224747544093</c:v>
                </c:pt>
                <c:pt idx="365">
                  <c:v>9.647073945631673</c:v>
                </c:pt>
                <c:pt idx="366">
                  <c:v>3.1291638454635606</c:v>
                </c:pt>
                <c:pt idx="367">
                  <c:v>8.061831145857758</c:v>
                </c:pt>
                <c:pt idx="368">
                  <c:v>4.185591103909552</c:v>
                </c:pt>
                <c:pt idx="369">
                  <c:v>1.2141853524516533</c:v>
                </c:pt>
                <c:pt idx="370">
                  <c:v>3.1351678465304356</c:v>
                </c:pt>
                <c:pt idx="371">
                  <c:v>2.748390795332621</c:v>
                </c:pt>
                <c:pt idx="372">
                  <c:v>7.14877859712126</c:v>
                </c:pt>
                <c:pt idx="373">
                  <c:v>1.7983351018343279</c:v>
                </c:pt>
                <c:pt idx="374">
                  <c:v>1.4807309431591213</c:v>
                </c:pt>
                <c:pt idx="375">
                  <c:v>2.66539706348846</c:v>
                </c:pt>
                <c:pt idx="376">
                  <c:v>16.8266890309661</c:v>
                </c:pt>
                <c:pt idx="377">
                  <c:v>1.8282424412731308</c:v>
                </c:pt>
                <c:pt idx="378">
                  <c:v>3.77443089247396</c:v>
                </c:pt>
                <c:pt idx="379">
                  <c:v>7.103801760106856</c:v>
                </c:pt>
                <c:pt idx="380">
                  <c:v>1.341729295051929</c:v>
                </c:pt>
                <c:pt idx="381">
                  <c:v>1.9237630823690863</c:v>
                </c:pt>
                <c:pt idx="382">
                  <c:v>6.154116384794536</c:v>
                </c:pt>
                <c:pt idx="383">
                  <c:v>8.64108501991851</c:v>
                </c:pt>
                <c:pt idx="384">
                  <c:v>0.4583395433897982</c:v>
                </c:pt>
                <c:pt idx="385">
                  <c:v>3.396710853137126</c:v>
                </c:pt>
                <c:pt idx="386">
                  <c:v>0.4913192045059191</c:v>
                </c:pt>
                <c:pt idx="387">
                  <c:v>1.2951810117078684</c:v>
                </c:pt>
                <c:pt idx="388">
                  <c:v>1.4382441517305664</c:v>
                </c:pt>
                <c:pt idx="389">
                  <c:v>4.452064102273796</c:v>
                </c:pt>
                <c:pt idx="390">
                  <c:v>1.2467102206264875</c:v>
                </c:pt>
                <c:pt idx="391">
                  <c:v>1.341268727921467</c:v>
                </c:pt>
                <c:pt idx="392">
                  <c:v>1.0871635651470504</c:v>
                </c:pt>
                <c:pt idx="393">
                  <c:v>1.8757202470127865</c:v>
                </c:pt>
                <c:pt idx="394">
                  <c:v>6.4929484338291745</c:v>
                </c:pt>
                <c:pt idx="395">
                  <c:v>1.871926410830793</c:v>
                </c:pt>
                <c:pt idx="396">
                  <c:v>13.013177195170943</c:v>
                </c:pt>
                <c:pt idx="397">
                  <c:v>6.801742237115402</c:v>
                </c:pt>
                <c:pt idx="398">
                  <c:v>5.60474956973256</c:v>
                </c:pt>
                <c:pt idx="399">
                  <c:v>5.99205557106285</c:v>
                </c:pt>
                <c:pt idx="400">
                  <c:v>4.388227504316123</c:v>
                </c:pt>
                <c:pt idx="401">
                  <c:v>8.269225738764122</c:v>
                </c:pt>
                <c:pt idx="402">
                  <c:v>6.106364433125199</c:v>
                </c:pt>
                <c:pt idx="403">
                  <c:v>33.5351100901017</c:v>
                </c:pt>
                <c:pt idx="404">
                  <c:v>4.836021618512057</c:v>
                </c:pt>
                <c:pt idx="405">
                  <c:v>0.9743226789832479</c:v>
                </c:pt>
                <c:pt idx="406">
                  <c:v>4.13445711301388</c:v>
                </c:pt>
                <c:pt idx="407">
                  <c:v>3.715052728657802</c:v>
                </c:pt>
                <c:pt idx="408">
                  <c:v>1.6060081734446388</c:v>
                </c:pt>
                <c:pt idx="409">
                  <c:v>1.8103269236405717</c:v>
                </c:pt>
                <c:pt idx="410">
                  <c:v>13.230338168982037</c:v>
                </c:pt>
                <c:pt idx="411">
                  <c:v>4.0616955953345</c:v>
                </c:pt>
                <c:pt idx="412">
                  <c:v>1.0801546782916744</c:v>
                </c:pt>
                <c:pt idx="413">
                  <c:v>6.474577569922772</c:v>
                </c:pt>
                <c:pt idx="414">
                  <c:v>11.923582586785196</c:v>
                </c:pt>
                <c:pt idx="415">
                  <c:v>3.407316831380903</c:v>
                </c:pt>
                <c:pt idx="416">
                  <c:v>1.8314097210011289</c:v>
                </c:pt>
                <c:pt idx="417">
                  <c:v>1.4531119866666626</c:v>
                </c:pt>
                <c:pt idx="418">
                  <c:v>4.979175657619244</c:v>
                </c:pt>
                <c:pt idx="419">
                  <c:v>5.07732299215434</c:v>
                </c:pt>
                <c:pt idx="420">
                  <c:v>7.070494301979666</c:v>
                </c:pt>
                <c:pt idx="421">
                  <c:v>8.894279126344072</c:v>
                </c:pt>
                <c:pt idx="422">
                  <c:v>3.225868907520781</c:v>
                </c:pt>
                <c:pt idx="423">
                  <c:v>2.445413705133599</c:v>
                </c:pt>
                <c:pt idx="424">
                  <c:v>3.0777816286177244</c:v>
                </c:pt>
                <c:pt idx="425">
                  <c:v>3.162588103241039</c:v>
                </c:pt>
                <c:pt idx="426">
                  <c:v>2.2167118721084815</c:v>
                </c:pt>
                <c:pt idx="427">
                  <c:v>0.7545982444975506</c:v>
                </c:pt>
                <c:pt idx="428">
                  <c:v>4.137948075117202</c:v>
                </c:pt>
                <c:pt idx="429">
                  <c:v>3.594223700867975</c:v>
                </c:pt>
                <c:pt idx="430">
                  <c:v>2.07228660382632</c:v>
                </c:pt>
                <c:pt idx="431">
                  <c:v>1.874847502915587</c:v>
                </c:pt>
                <c:pt idx="432">
                  <c:v>4.508295479079925</c:v>
                </c:pt>
                <c:pt idx="433">
                  <c:v>2.394929133733797</c:v>
                </c:pt>
                <c:pt idx="434">
                  <c:v>0.4522896197529683</c:v>
                </c:pt>
                <c:pt idx="435">
                  <c:v>0.8008783505680626</c:v>
                </c:pt>
                <c:pt idx="436">
                  <c:v>0.9325627722312793</c:v>
                </c:pt>
                <c:pt idx="437">
                  <c:v>20.594893785697064</c:v>
                </c:pt>
                <c:pt idx="438">
                  <c:v>2.885988691447794</c:v>
                </c:pt>
                <c:pt idx="439">
                  <c:v>1.5593883466110732</c:v>
                </c:pt>
                <c:pt idx="440">
                  <c:v>12.297538213497399</c:v>
                </c:pt>
                <c:pt idx="441">
                  <c:v>1.0608619247774467</c:v>
                </c:pt>
                <c:pt idx="442">
                  <c:v>2.1814418659576815</c:v>
                </c:pt>
                <c:pt idx="443">
                  <c:v>2.585074681846273</c:v>
                </c:pt>
                <c:pt idx="444">
                  <c:v>1.630121860997038</c:v>
                </c:pt>
                <c:pt idx="445">
                  <c:v>1.711766389566497</c:v>
                </c:pt>
                <c:pt idx="446">
                  <c:v>6.42046812240858</c:v>
                </c:pt>
                <c:pt idx="447">
                  <c:v>8.365488018594984</c:v>
                </c:pt>
                <c:pt idx="448">
                  <c:v>6.6414052913247605</c:v>
                </c:pt>
                <c:pt idx="449">
                  <c:v>3.6121506692212506</c:v>
                </c:pt>
                <c:pt idx="450">
                  <c:v>6.758800541153005</c:v>
                </c:pt>
                <c:pt idx="451">
                  <c:v>3.5678554817210086</c:v>
                </c:pt>
                <c:pt idx="452">
                  <c:v>1.2549267033473392</c:v>
                </c:pt>
                <c:pt idx="453">
                  <c:v>1.1265859840280104</c:v>
                </c:pt>
                <c:pt idx="454">
                  <c:v>1.7067018196378259</c:v>
                </c:pt>
                <c:pt idx="455">
                  <c:v>7.610597259780644</c:v>
                </c:pt>
                <c:pt idx="456">
                  <c:v>2.5369903022023217</c:v>
                </c:pt>
                <c:pt idx="457">
                  <c:v>9.11109881291387</c:v>
                </c:pt>
                <c:pt idx="458">
                  <c:v>8.100835996058933</c:v>
                </c:pt>
                <c:pt idx="459">
                  <c:v>3.6541789031355316</c:v>
                </c:pt>
                <c:pt idx="460">
                  <c:v>4.255508298445743</c:v>
                </c:pt>
                <c:pt idx="461">
                  <c:v>2.76729840639424</c:v>
                </c:pt>
                <c:pt idx="462">
                  <c:v>1.766155901305127</c:v>
                </c:pt>
                <c:pt idx="463">
                  <c:v>8.753630798828162</c:v>
                </c:pt>
                <c:pt idx="464">
                  <c:v>3.618032307479898</c:v>
                </c:pt>
                <c:pt idx="465">
                  <c:v>4.027662779474126</c:v>
                </c:pt>
                <c:pt idx="466">
                  <c:v>8.773797990812922</c:v>
                </c:pt>
                <c:pt idx="467">
                  <c:v>4.6826800624779015</c:v>
                </c:pt>
                <c:pt idx="468">
                  <c:v>7.471919673215368</c:v>
                </c:pt>
                <c:pt idx="469">
                  <c:v>9.276606770448463</c:v>
                </c:pt>
                <c:pt idx="470">
                  <c:v>2.963166829576463</c:v>
                </c:pt>
                <c:pt idx="471">
                  <c:v>5.06427093541353</c:v>
                </c:pt>
                <c:pt idx="472">
                  <c:v>2.9396586918206857</c:v>
                </c:pt>
                <c:pt idx="473">
                  <c:v>2.334516273399895</c:v>
                </c:pt>
                <c:pt idx="474">
                  <c:v>1.4074309770904705</c:v>
                </c:pt>
                <c:pt idx="475">
                  <c:v>2.2840197849260404</c:v>
                </c:pt>
                <c:pt idx="476">
                  <c:v>6.436217485738559</c:v>
                </c:pt>
                <c:pt idx="477">
                  <c:v>6.64736801355027</c:v>
                </c:pt>
                <c:pt idx="478">
                  <c:v>2.008061724416697</c:v>
                </c:pt>
                <c:pt idx="479">
                  <c:v>5.430393050032849</c:v>
                </c:pt>
                <c:pt idx="480">
                  <c:v>4.855106695891542</c:v>
                </c:pt>
                <c:pt idx="481">
                  <c:v>0.9346845299321757</c:v>
                </c:pt>
                <c:pt idx="482">
                  <c:v>4.970948542259574</c:v>
                </c:pt>
                <c:pt idx="483">
                  <c:v>3.0684442698341776</c:v>
                </c:pt>
                <c:pt idx="484">
                  <c:v>4.0746965733048786</c:v>
                </c:pt>
                <c:pt idx="485">
                  <c:v>3.980401227877415</c:v>
                </c:pt>
                <c:pt idx="486">
                  <c:v>4.674684269706519</c:v>
                </c:pt>
                <c:pt idx="487">
                  <c:v>2.2394156679070645</c:v>
                </c:pt>
                <c:pt idx="488">
                  <c:v>2.3257120462215917</c:v>
                </c:pt>
                <c:pt idx="489">
                  <c:v>4.268421288816749</c:v>
                </c:pt>
                <c:pt idx="490">
                  <c:v>5.589504718390232</c:v>
                </c:pt>
                <c:pt idx="491">
                  <c:v>6.4536978098294115</c:v>
                </c:pt>
                <c:pt idx="492">
                  <c:v>4.8146646725391316</c:v>
                </c:pt>
                <c:pt idx="493">
                  <c:v>5.300638522480752</c:v>
                </c:pt>
                <c:pt idx="494">
                  <c:v>2.6790183166708226</c:v>
                </c:pt>
                <c:pt idx="495">
                  <c:v>2.0146448985525085</c:v>
                </c:pt>
                <c:pt idx="496">
                  <c:v>7.047880975904847</c:v>
                </c:pt>
                <c:pt idx="497">
                  <c:v>8.394922474650356</c:v>
                </c:pt>
                <c:pt idx="498">
                  <c:v>4.427970820182757</c:v>
                </c:pt>
                <c:pt idx="499">
                  <c:v>1.2320916018941683</c:v>
                </c:pt>
                <c:pt idx="500">
                  <c:v>6.970282785177677</c:v>
                </c:pt>
                <c:pt idx="501">
                  <c:v>5.7961296169758905</c:v>
                </c:pt>
                <c:pt idx="502">
                  <c:v>8.401506004839435</c:v>
                </c:pt>
                <c:pt idx="503">
                  <c:v>2.5342432811055335</c:v>
                </c:pt>
                <c:pt idx="504">
                  <c:v>6.299221964340907</c:v>
                </c:pt>
                <c:pt idx="505">
                  <c:v>4.329375334356207</c:v>
                </c:pt>
                <c:pt idx="506">
                  <c:v>1.0049567285054306</c:v>
                </c:pt>
                <c:pt idx="507">
                  <c:v>7.355748584022295</c:v>
                </c:pt>
                <c:pt idx="508">
                  <c:v>5.25883190813802</c:v>
                </c:pt>
                <c:pt idx="509">
                  <c:v>2.5732829169889864</c:v>
                </c:pt>
                <c:pt idx="510">
                  <c:v>2.932683519030244</c:v>
                </c:pt>
                <c:pt idx="511">
                  <c:v>1.712346013690807</c:v>
                </c:pt>
                <c:pt idx="512">
                  <c:v>1.3641809166071626</c:v>
                </c:pt>
                <c:pt idx="513">
                  <c:v>3.45296957557347</c:v>
                </c:pt>
                <c:pt idx="514">
                  <c:v>7.515950818525245</c:v>
                </c:pt>
                <c:pt idx="515">
                  <c:v>0.9100491062437323</c:v>
                </c:pt>
                <c:pt idx="516">
                  <c:v>1.2799830501198566</c:v>
                </c:pt>
                <c:pt idx="517">
                  <c:v>4.04292919802089</c:v>
                </c:pt>
                <c:pt idx="518">
                  <c:v>5.634584902622058</c:v>
                </c:pt>
                <c:pt idx="519">
                  <c:v>1.781334312523597</c:v>
                </c:pt>
                <c:pt idx="520">
                  <c:v>5.168598920204127</c:v>
                </c:pt>
                <c:pt idx="521">
                  <c:v>5.325618758482978</c:v>
                </c:pt>
                <c:pt idx="522">
                  <c:v>6.924573049022865</c:v>
                </c:pt>
                <c:pt idx="523">
                  <c:v>4.197002909598298</c:v>
                </c:pt>
                <c:pt idx="524">
                  <c:v>7.1642644951888235</c:v>
                </c:pt>
                <c:pt idx="525">
                  <c:v>1.537313216076426</c:v>
                </c:pt>
                <c:pt idx="526">
                  <c:v>8.42405879754805</c:v>
                </c:pt>
                <c:pt idx="527">
                  <c:v>16.839579852705494</c:v>
                </c:pt>
                <c:pt idx="528">
                  <c:v>2.586480295871728</c:v>
                </c:pt>
                <c:pt idx="529">
                  <c:v>7.901702743760851</c:v>
                </c:pt>
                <c:pt idx="530">
                  <c:v>8.067599479508965</c:v>
                </c:pt>
                <c:pt idx="531">
                  <c:v>3.4916369359813886</c:v>
                </c:pt>
                <c:pt idx="532">
                  <c:v>1.8023527438852316</c:v>
                </c:pt>
                <c:pt idx="533">
                  <c:v>2.9926538581414044</c:v>
                </c:pt>
                <c:pt idx="534">
                  <c:v>3.688923672746895</c:v>
                </c:pt>
                <c:pt idx="535">
                  <c:v>1.2154748209876225</c:v>
                </c:pt>
                <c:pt idx="536">
                  <c:v>7.442462918355102</c:v>
                </c:pt>
                <c:pt idx="537">
                  <c:v>4.30321607147826</c:v>
                </c:pt>
                <c:pt idx="538">
                  <c:v>5.555683726138589</c:v>
                </c:pt>
                <c:pt idx="539">
                  <c:v>4.492951133287002</c:v>
                </c:pt>
                <c:pt idx="540">
                  <c:v>6.989846838763069</c:v>
                </c:pt>
                <c:pt idx="541">
                  <c:v>1.4529581714986373</c:v>
                </c:pt>
                <c:pt idx="542">
                  <c:v>0.9167031297066399</c:v>
                </c:pt>
                <c:pt idx="543">
                  <c:v>1.8560698937524427</c:v>
                </c:pt>
                <c:pt idx="544">
                  <c:v>4.441174178943732</c:v>
                </c:pt>
                <c:pt idx="545">
                  <c:v>6.095274956409574</c:v>
                </c:pt>
                <c:pt idx="546">
                  <c:v>3.7564256916276437</c:v>
                </c:pt>
                <c:pt idx="547">
                  <c:v>1.887597936539129</c:v>
                </c:pt>
                <c:pt idx="548">
                  <c:v>5.642419619869877</c:v>
                </c:pt>
                <c:pt idx="549">
                  <c:v>3.210924501585413</c:v>
                </c:pt>
                <c:pt idx="550">
                  <c:v>7.193422756458274</c:v>
                </c:pt>
                <c:pt idx="551">
                  <c:v>4.263388821984066</c:v>
                </c:pt>
                <c:pt idx="552">
                  <c:v>9.329671043275528</c:v>
                </c:pt>
                <c:pt idx="553">
                  <c:v>1.9462151971596884</c:v>
                </c:pt>
                <c:pt idx="554">
                  <c:v>5.26982670201786</c:v>
                </c:pt>
                <c:pt idx="555">
                  <c:v>2.0947434010333246</c:v>
                </c:pt>
                <c:pt idx="556">
                  <c:v>4.085272241076876</c:v>
                </c:pt>
                <c:pt idx="557">
                  <c:v>8.28998443471992</c:v>
                </c:pt>
                <c:pt idx="558">
                  <c:v>5.806973883981956</c:v>
                </c:pt>
                <c:pt idx="559">
                  <c:v>2.990728016511459</c:v>
                </c:pt>
                <c:pt idx="560">
                  <c:v>2.6054167604124987</c:v>
                </c:pt>
                <c:pt idx="561">
                  <c:v>1.6113055358671031</c:v>
                </c:pt>
                <c:pt idx="562">
                  <c:v>5.7883133097869655</c:v>
                </c:pt>
                <c:pt idx="563">
                  <c:v>2.381791290633436</c:v>
                </c:pt>
                <c:pt idx="564">
                  <c:v>4.521923781778874</c:v>
                </c:pt>
                <c:pt idx="565">
                  <c:v>3.81904651974709</c:v>
                </c:pt>
                <c:pt idx="566">
                  <c:v>2.07365069027771</c:v>
                </c:pt>
                <c:pt idx="567">
                  <c:v>14.793639690577532</c:v>
                </c:pt>
                <c:pt idx="568">
                  <c:v>6.103488310105219</c:v>
                </c:pt>
                <c:pt idx="569">
                  <c:v>4.50279554627573</c:v>
                </c:pt>
                <c:pt idx="570">
                  <c:v>1.0036713764904286</c:v>
                </c:pt>
                <c:pt idx="571">
                  <c:v>7.070157162576756</c:v>
                </c:pt>
                <c:pt idx="572">
                  <c:v>4.376679736346192</c:v>
                </c:pt>
                <c:pt idx="573">
                  <c:v>65.03480747324349</c:v>
                </c:pt>
                <c:pt idx="574">
                  <c:v>1.3444152440060644</c:v>
                </c:pt>
                <c:pt idx="575">
                  <c:v>7.81462932518937</c:v>
                </c:pt>
                <c:pt idx="576">
                  <c:v>4.499906476597706</c:v>
                </c:pt>
                <c:pt idx="577">
                  <c:v>5.390831796833724</c:v>
                </c:pt>
                <c:pt idx="578">
                  <c:v>1.5669165607158675</c:v>
                </c:pt>
                <c:pt idx="579">
                  <c:v>2.4555326987848907</c:v>
                </c:pt>
                <c:pt idx="580">
                  <c:v>5.457186857284631</c:v>
                </c:pt>
                <c:pt idx="581">
                  <c:v>1.9903818777087015</c:v>
                </c:pt>
                <c:pt idx="582">
                  <c:v>0.9594706337100715</c:v>
                </c:pt>
                <c:pt idx="583">
                  <c:v>5.79418974706718</c:v>
                </c:pt>
                <c:pt idx="584">
                  <c:v>4.7617635037575194</c:v>
                </c:pt>
                <c:pt idx="585">
                  <c:v>7.1693495860306085</c:v>
                </c:pt>
                <c:pt idx="586">
                  <c:v>4.704250047190641</c:v>
                </c:pt>
                <c:pt idx="587">
                  <c:v>4.015026290236249</c:v>
                </c:pt>
                <c:pt idx="588">
                  <c:v>6.753736123637624</c:v>
                </c:pt>
                <c:pt idx="589">
                  <c:v>7.740627238592133</c:v>
                </c:pt>
                <c:pt idx="590">
                  <c:v>5.653472306005468</c:v>
                </c:pt>
                <c:pt idx="591">
                  <c:v>1.4925181016752584</c:v>
                </c:pt>
                <c:pt idx="592">
                  <c:v>9.387702111269707</c:v>
                </c:pt>
                <c:pt idx="593">
                  <c:v>1.4182247669843955</c:v>
                </c:pt>
                <c:pt idx="594">
                  <c:v>6.166500728956861</c:v>
                </c:pt>
                <c:pt idx="595">
                  <c:v>0.44865262272477135</c:v>
                </c:pt>
                <c:pt idx="596">
                  <c:v>9.438386008632321</c:v>
                </c:pt>
                <c:pt idx="597">
                  <c:v>3.7881052020220487</c:v>
                </c:pt>
                <c:pt idx="598">
                  <c:v>6.576706673514086</c:v>
                </c:pt>
                <c:pt idx="599">
                  <c:v>3.933094066234667</c:v>
                </c:pt>
                <c:pt idx="600">
                  <c:v>5.566497496607885</c:v>
                </c:pt>
                <c:pt idx="601">
                  <c:v>1.3776221222159628</c:v>
                </c:pt>
                <c:pt idx="602">
                  <c:v>1.8748546549048715</c:v>
                </c:pt>
                <c:pt idx="603">
                  <c:v>1.957204256402902</c:v>
                </c:pt>
                <c:pt idx="604">
                  <c:v>19.558711336450905</c:v>
                </c:pt>
                <c:pt idx="605">
                  <c:v>2.8456222829032596</c:v>
                </c:pt>
                <c:pt idx="606">
                  <c:v>1.557768196843002</c:v>
                </c:pt>
                <c:pt idx="607">
                  <c:v>5.935176838816142</c:v>
                </c:pt>
                <c:pt idx="608">
                  <c:v>3.72680197738126</c:v>
                </c:pt>
                <c:pt idx="609">
                  <c:v>3.94381369020975</c:v>
                </c:pt>
                <c:pt idx="610">
                  <c:v>2.1683147649464836</c:v>
                </c:pt>
                <c:pt idx="611">
                  <c:v>16.981093044264494</c:v>
                </c:pt>
                <c:pt idx="612">
                  <c:v>7.572515610844408</c:v>
                </c:pt>
                <c:pt idx="613">
                  <c:v>1.347970165569572</c:v>
                </c:pt>
                <c:pt idx="614">
                  <c:v>2.385965331867693</c:v>
                </c:pt>
                <c:pt idx="615">
                  <c:v>0.3985409282940516</c:v>
                </c:pt>
                <c:pt idx="616">
                  <c:v>10.66747700864067</c:v>
                </c:pt>
                <c:pt idx="617">
                  <c:v>5.605925616357646</c:v>
                </c:pt>
                <c:pt idx="618">
                  <c:v>4.354202619903609</c:v>
                </c:pt>
                <c:pt idx="619">
                  <c:v>6.366816951137361</c:v>
                </c:pt>
                <c:pt idx="620">
                  <c:v>5.050467280360327</c:v>
                </c:pt>
                <c:pt idx="621">
                  <c:v>4.4754518492908675</c:v>
                </c:pt>
                <c:pt idx="622">
                  <c:v>5.419538734613492</c:v>
                </c:pt>
                <c:pt idx="623">
                  <c:v>4.209108106417648</c:v>
                </c:pt>
                <c:pt idx="624">
                  <c:v>5.753805144864974</c:v>
                </c:pt>
                <c:pt idx="625">
                  <c:v>1.6401189659433242</c:v>
                </c:pt>
                <c:pt idx="626">
                  <c:v>8.759902477241601</c:v>
                </c:pt>
                <c:pt idx="627">
                  <c:v>0.984145981766216</c:v>
                </c:pt>
                <c:pt idx="628">
                  <c:v>2.6989437077371323</c:v>
                </c:pt>
                <c:pt idx="629">
                  <c:v>3.4906281267490176</c:v>
                </c:pt>
                <c:pt idx="630">
                  <c:v>1.5465272773510246</c:v>
                </c:pt>
                <c:pt idx="631">
                  <c:v>1.0422635833567049</c:v>
                </c:pt>
                <c:pt idx="632">
                  <c:v>5.583745344606946</c:v>
                </c:pt>
                <c:pt idx="633">
                  <c:v>0.7012136645561963</c:v>
                </c:pt>
                <c:pt idx="634">
                  <c:v>1.6128290864599564</c:v>
                </c:pt>
                <c:pt idx="635">
                  <c:v>5.793211768330609</c:v>
                </c:pt>
                <c:pt idx="636">
                  <c:v>1.6179545175364949</c:v>
                </c:pt>
                <c:pt idx="637">
                  <c:v>4.268649253194266</c:v>
                </c:pt>
                <c:pt idx="638">
                  <c:v>3.9490300406785197</c:v>
                </c:pt>
                <c:pt idx="639">
                  <c:v>2.8805085805148676</c:v>
                </c:pt>
                <c:pt idx="640">
                  <c:v>46.905487719269104</c:v>
                </c:pt>
                <c:pt idx="641">
                  <c:v>7.1068442577248225</c:v>
                </c:pt>
                <c:pt idx="642">
                  <c:v>6.417113575570595</c:v>
                </c:pt>
                <c:pt idx="643">
                  <c:v>4.906826276728482</c:v>
                </c:pt>
                <c:pt idx="644">
                  <c:v>6.701548805406412</c:v>
                </c:pt>
                <c:pt idx="645">
                  <c:v>1.9509315713995103</c:v>
                </c:pt>
                <c:pt idx="646">
                  <c:v>2.976256950016602</c:v>
                </c:pt>
                <c:pt idx="647">
                  <c:v>9.511151298840554</c:v>
                </c:pt>
                <c:pt idx="648">
                  <c:v>1.8391879419397947</c:v>
                </c:pt>
                <c:pt idx="649">
                  <c:v>1.6744815021513773</c:v>
                </c:pt>
                <c:pt idx="650">
                  <c:v>5.849549994743866</c:v>
                </c:pt>
                <c:pt idx="651">
                  <c:v>0.8833133665129458</c:v>
                </c:pt>
                <c:pt idx="652">
                  <c:v>6.886967904539076</c:v>
                </c:pt>
                <c:pt idx="653">
                  <c:v>4.625213045958571</c:v>
                </c:pt>
                <c:pt idx="654">
                  <c:v>4.449780437447732</c:v>
                </c:pt>
                <c:pt idx="655">
                  <c:v>1.796221717564788</c:v>
                </c:pt>
                <c:pt idx="656">
                  <c:v>6.2509700020511305</c:v>
                </c:pt>
                <c:pt idx="657">
                  <c:v>2.847088110627987</c:v>
                </c:pt>
                <c:pt idx="658">
                  <c:v>1.1238849720476614</c:v>
                </c:pt>
                <c:pt idx="659">
                  <c:v>4.532419491502536</c:v>
                </c:pt>
                <c:pt idx="660">
                  <c:v>6.367770306066163</c:v>
                </c:pt>
                <c:pt idx="661">
                  <c:v>5.414522468421814</c:v>
                </c:pt>
                <c:pt idx="662">
                  <c:v>6.1232934273481066</c:v>
                </c:pt>
                <c:pt idx="663">
                  <c:v>1.1909405050936854</c:v>
                </c:pt>
                <c:pt idx="664">
                  <c:v>5.0097307316565605</c:v>
                </c:pt>
                <c:pt idx="665">
                  <c:v>4.800666838159775</c:v>
                </c:pt>
                <c:pt idx="666">
                  <c:v>9.506018758142071</c:v>
                </c:pt>
                <c:pt idx="667">
                  <c:v>3.067592835705296</c:v>
                </c:pt>
                <c:pt idx="668">
                  <c:v>7.295826433284216</c:v>
                </c:pt>
                <c:pt idx="669">
                  <c:v>0.8666078023074673</c:v>
                </c:pt>
                <c:pt idx="670">
                  <c:v>3.835288422752873</c:v>
                </c:pt>
                <c:pt idx="671">
                  <c:v>6.195437421931906</c:v>
                </c:pt>
                <c:pt idx="672">
                  <c:v>5.43830169244397</c:v>
                </c:pt>
                <c:pt idx="673">
                  <c:v>6.052029929280491</c:v>
                </c:pt>
                <c:pt idx="674">
                  <c:v>3.576518723440718</c:v>
                </c:pt>
                <c:pt idx="675">
                  <c:v>0.7505632495859635</c:v>
                </c:pt>
                <c:pt idx="676">
                  <c:v>5.885036464231883</c:v>
                </c:pt>
                <c:pt idx="677">
                  <c:v>2.6644643418184137</c:v>
                </c:pt>
                <c:pt idx="678">
                  <c:v>2.442120627203841</c:v>
                </c:pt>
                <c:pt idx="679">
                  <c:v>3.1868697977119886</c:v>
                </c:pt>
                <c:pt idx="680">
                  <c:v>0.7472885039558035</c:v>
                </c:pt>
                <c:pt idx="681">
                  <c:v>11.128499516332573</c:v>
                </c:pt>
                <c:pt idx="682">
                  <c:v>2.025073798526658</c:v>
                </c:pt>
                <c:pt idx="683">
                  <c:v>1.6850591683120546</c:v>
                </c:pt>
                <c:pt idx="684">
                  <c:v>2.5586151612330315</c:v>
                </c:pt>
                <c:pt idx="685">
                  <c:v>6.347150242819953</c:v>
                </c:pt>
                <c:pt idx="686">
                  <c:v>3.658834202883855</c:v>
                </c:pt>
                <c:pt idx="687">
                  <c:v>1.5721434529186649</c:v>
                </c:pt>
                <c:pt idx="688">
                  <c:v>7.482023726031793</c:v>
                </c:pt>
                <c:pt idx="689">
                  <c:v>6.405930151083628</c:v>
                </c:pt>
                <c:pt idx="690">
                  <c:v>13.930392172556113</c:v>
                </c:pt>
                <c:pt idx="691">
                  <c:v>3.4227672439331323</c:v>
                </c:pt>
                <c:pt idx="692">
                  <c:v>6.539188153893858</c:v>
                </c:pt>
                <c:pt idx="693">
                  <c:v>1.950332565203434</c:v>
                </c:pt>
                <c:pt idx="694">
                  <c:v>7.581779509657879</c:v>
                </c:pt>
                <c:pt idx="695">
                  <c:v>1.0448730601269878</c:v>
                </c:pt>
                <c:pt idx="696">
                  <c:v>1.4776641417966798</c:v>
                </c:pt>
                <c:pt idx="697">
                  <c:v>26.130374190637827</c:v>
                </c:pt>
                <c:pt idx="698">
                  <c:v>4.22608987873538</c:v>
                </c:pt>
                <c:pt idx="699">
                  <c:v>3.963454075401857</c:v>
                </c:pt>
                <c:pt idx="700">
                  <c:v>2.033521322655211</c:v>
                </c:pt>
                <c:pt idx="701">
                  <c:v>1.562323763054833</c:v>
                </c:pt>
                <c:pt idx="702">
                  <c:v>3.29192562609099</c:v>
                </c:pt>
                <c:pt idx="703">
                  <c:v>6.80938130702039</c:v>
                </c:pt>
                <c:pt idx="704">
                  <c:v>4.231401136194259</c:v>
                </c:pt>
                <c:pt idx="705">
                  <c:v>3.4722113498501463</c:v>
                </c:pt>
                <c:pt idx="706">
                  <c:v>6.653209188064638</c:v>
                </c:pt>
                <c:pt idx="707">
                  <c:v>4.7675979394895185</c:v>
                </c:pt>
                <c:pt idx="708">
                  <c:v>4.30331866936745</c:v>
                </c:pt>
                <c:pt idx="709">
                  <c:v>5.885912065031051</c:v>
                </c:pt>
                <c:pt idx="710">
                  <c:v>3.967394630817883</c:v>
                </c:pt>
                <c:pt idx="711">
                  <c:v>2.2235909788307042</c:v>
                </c:pt>
                <c:pt idx="712">
                  <c:v>3.438674660644341</c:v>
                </c:pt>
                <c:pt idx="713">
                  <c:v>4.611304230807197</c:v>
                </c:pt>
                <c:pt idx="714">
                  <c:v>1.1353591054318062</c:v>
                </c:pt>
                <c:pt idx="715">
                  <c:v>5.350629970855843</c:v>
                </c:pt>
                <c:pt idx="716">
                  <c:v>6.151956963376516</c:v>
                </c:pt>
                <c:pt idx="717">
                  <c:v>2.986760415367041</c:v>
                </c:pt>
                <c:pt idx="718">
                  <c:v>4.015822806944021</c:v>
                </c:pt>
                <c:pt idx="719">
                  <c:v>24.304768301376313</c:v>
                </c:pt>
                <c:pt idx="720">
                  <c:v>6.994774776721825</c:v>
                </c:pt>
                <c:pt idx="721">
                  <c:v>2.6698644158635982</c:v>
                </c:pt>
                <c:pt idx="722">
                  <c:v>1.841643406442377</c:v>
                </c:pt>
                <c:pt idx="723">
                  <c:v>0.509903515428345</c:v>
                </c:pt>
                <c:pt idx="724">
                  <c:v>10.01222595413113</c:v>
                </c:pt>
                <c:pt idx="725">
                  <c:v>5.297015267003325</c:v>
                </c:pt>
                <c:pt idx="726">
                  <c:v>13.348087639977622</c:v>
                </c:pt>
                <c:pt idx="727">
                  <c:v>4.0861255583908225</c:v>
                </c:pt>
                <c:pt idx="728">
                  <c:v>4.008900694853796</c:v>
                </c:pt>
                <c:pt idx="729">
                  <c:v>2.6351834911250154</c:v>
                </c:pt>
                <c:pt idx="730">
                  <c:v>1.7013244556764167</c:v>
                </c:pt>
                <c:pt idx="731">
                  <c:v>3.5796136882752836</c:v>
                </c:pt>
                <c:pt idx="732">
                  <c:v>1.9436944516568506</c:v>
                </c:pt>
                <c:pt idx="733">
                  <c:v>5.590869510159401</c:v>
                </c:pt>
                <c:pt idx="734">
                  <c:v>6.40143537881962</c:v>
                </c:pt>
                <c:pt idx="735">
                  <c:v>3.1961072405806124</c:v>
                </c:pt>
                <c:pt idx="736">
                  <c:v>4.815835678540329</c:v>
                </c:pt>
                <c:pt idx="737">
                  <c:v>2.810633085684666</c:v>
                </c:pt>
                <c:pt idx="738">
                  <c:v>5.063198863247609</c:v>
                </c:pt>
                <c:pt idx="739">
                  <c:v>5.9281792679189795</c:v>
                </c:pt>
                <c:pt idx="740">
                  <c:v>3.4258075684930636</c:v>
                </c:pt>
                <c:pt idx="741">
                  <c:v>3.886037833628627</c:v>
                </c:pt>
                <c:pt idx="742">
                  <c:v>2.8412157782722507</c:v>
                </c:pt>
                <c:pt idx="743">
                  <c:v>12.333960094497884</c:v>
                </c:pt>
                <c:pt idx="744">
                  <c:v>3.130978767129619</c:v>
                </c:pt>
                <c:pt idx="745">
                  <c:v>6.457656512188091</c:v>
                </c:pt>
                <c:pt idx="746">
                  <c:v>4.509366168157116</c:v>
                </c:pt>
                <c:pt idx="747">
                  <c:v>3.06209493207251</c:v>
                </c:pt>
                <c:pt idx="748">
                  <c:v>4.205512992641437</c:v>
                </c:pt>
                <c:pt idx="749">
                  <c:v>11.028678615079667</c:v>
                </c:pt>
                <c:pt idx="750">
                  <c:v>1.626283402895711</c:v>
                </c:pt>
                <c:pt idx="751">
                  <c:v>5.2060675357833635</c:v>
                </c:pt>
                <c:pt idx="752">
                  <c:v>8.403260881898808</c:v>
                </c:pt>
                <c:pt idx="753">
                  <c:v>5.909410979024982</c:v>
                </c:pt>
                <c:pt idx="754">
                  <c:v>2.8402242397354733</c:v>
                </c:pt>
                <c:pt idx="755">
                  <c:v>5.118906945602341</c:v>
                </c:pt>
                <c:pt idx="756">
                  <c:v>5.608048470427963</c:v>
                </c:pt>
                <c:pt idx="757">
                  <c:v>1.7995102784537866</c:v>
                </c:pt>
                <c:pt idx="758">
                  <c:v>5.599407011953006</c:v>
                </c:pt>
                <c:pt idx="759">
                  <c:v>8.164963409192001</c:v>
                </c:pt>
                <c:pt idx="760">
                  <c:v>5.518213825464367</c:v>
                </c:pt>
                <c:pt idx="761">
                  <c:v>5.862942703163961</c:v>
                </c:pt>
                <c:pt idx="762">
                  <c:v>7.39522223717026</c:v>
                </c:pt>
                <c:pt idx="763">
                  <c:v>1.3544622215462394</c:v>
                </c:pt>
                <c:pt idx="764">
                  <c:v>2.8569422754809493</c:v>
                </c:pt>
                <c:pt idx="765">
                  <c:v>2.0427228049146677</c:v>
                </c:pt>
                <c:pt idx="766">
                  <c:v>11.982848333729637</c:v>
                </c:pt>
                <c:pt idx="767">
                  <c:v>6.5665913938908025</c:v>
                </c:pt>
                <c:pt idx="768">
                  <c:v>1.5060858156010573</c:v>
                </c:pt>
                <c:pt idx="769">
                  <c:v>2.1655373332569545</c:v>
                </c:pt>
                <c:pt idx="770">
                  <c:v>4.386541297601663</c:v>
                </c:pt>
                <c:pt idx="771">
                  <c:v>4.659057963952294</c:v>
                </c:pt>
                <c:pt idx="772">
                  <c:v>5.42108432895956</c:v>
                </c:pt>
                <c:pt idx="773">
                  <c:v>1.8504018993605917</c:v>
                </c:pt>
                <c:pt idx="774">
                  <c:v>3.4662361829825894</c:v>
                </c:pt>
                <c:pt idx="775">
                  <c:v>3.0438483611458866</c:v>
                </c:pt>
                <c:pt idx="776">
                  <c:v>4.694247225272388</c:v>
                </c:pt>
                <c:pt idx="777">
                  <c:v>1.6374808227622177</c:v>
                </c:pt>
                <c:pt idx="778">
                  <c:v>4.994403631589631</c:v>
                </c:pt>
                <c:pt idx="779">
                  <c:v>11.640965655798162</c:v>
                </c:pt>
                <c:pt idx="780">
                  <c:v>4.7815358313137875</c:v>
                </c:pt>
                <c:pt idx="781">
                  <c:v>1.6097373688740053</c:v>
                </c:pt>
                <c:pt idx="782">
                  <c:v>1.5125342740009105</c:v>
                </c:pt>
                <c:pt idx="783">
                  <c:v>1.2168283220571423</c:v>
                </c:pt>
                <c:pt idx="784">
                  <c:v>1.4673594547936164</c:v>
                </c:pt>
                <c:pt idx="785">
                  <c:v>2.2336162947134945</c:v>
                </c:pt>
                <c:pt idx="786">
                  <c:v>1.2118936439525076</c:v>
                </c:pt>
                <c:pt idx="787">
                  <c:v>1.7523731291729197</c:v>
                </c:pt>
                <c:pt idx="788">
                  <c:v>4.054044831788781</c:v>
                </c:pt>
                <c:pt idx="789">
                  <c:v>23.652459144365434</c:v>
                </c:pt>
                <c:pt idx="790">
                  <c:v>6.310110777321005</c:v>
                </c:pt>
                <c:pt idx="791">
                  <c:v>1.220936298978226</c:v>
                </c:pt>
                <c:pt idx="792">
                  <c:v>2.4234648592051813</c:v>
                </c:pt>
                <c:pt idx="793">
                  <c:v>5.640219207490667</c:v>
                </c:pt>
                <c:pt idx="794">
                  <c:v>3.1161173247506695</c:v>
                </c:pt>
                <c:pt idx="795">
                  <c:v>4.690327201011249</c:v>
                </c:pt>
                <c:pt idx="796">
                  <c:v>0.439730340886923</c:v>
                </c:pt>
                <c:pt idx="797">
                  <c:v>4.225372543841387</c:v>
                </c:pt>
                <c:pt idx="798">
                  <c:v>6.0488044281029065</c:v>
                </c:pt>
                <c:pt idx="799">
                  <c:v>8.378566114552182</c:v>
                </c:pt>
                <c:pt idx="800">
                  <c:v>0.8405677173711433</c:v>
                </c:pt>
                <c:pt idx="801">
                  <c:v>1.6834176168165609</c:v>
                </c:pt>
                <c:pt idx="802">
                  <c:v>9.381088315249631</c:v>
                </c:pt>
                <c:pt idx="803">
                  <c:v>3.613739078225423</c:v>
                </c:pt>
                <c:pt idx="804">
                  <c:v>18.519670095565928</c:v>
                </c:pt>
                <c:pt idx="805">
                  <c:v>2.5581491473340705</c:v>
                </c:pt>
                <c:pt idx="806">
                  <c:v>4.149471369340046</c:v>
                </c:pt>
                <c:pt idx="807">
                  <c:v>4.351504337022445</c:v>
                </c:pt>
                <c:pt idx="808">
                  <c:v>3.1907958676076684</c:v>
                </c:pt>
                <c:pt idx="809">
                  <c:v>8.297055363618473</c:v>
                </c:pt>
                <c:pt idx="810">
                  <c:v>5.512196718258807</c:v>
                </c:pt>
                <c:pt idx="811">
                  <c:v>5.744177586653677</c:v>
                </c:pt>
                <c:pt idx="812">
                  <c:v>2.4177444769192036</c:v>
                </c:pt>
                <c:pt idx="813">
                  <c:v>5.408360530277055</c:v>
                </c:pt>
                <c:pt idx="814">
                  <c:v>13.385157068319497</c:v>
                </c:pt>
                <c:pt idx="815">
                  <c:v>4.532285497469373</c:v>
                </c:pt>
                <c:pt idx="816">
                  <c:v>6.687496758408423</c:v>
                </c:pt>
                <c:pt idx="817">
                  <c:v>5.004272851177784</c:v>
                </c:pt>
                <c:pt idx="818">
                  <c:v>6.849612707529085</c:v>
                </c:pt>
                <c:pt idx="819">
                  <c:v>5.1140811511547115</c:v>
                </c:pt>
                <c:pt idx="820">
                  <c:v>0.9261901387422354</c:v>
                </c:pt>
                <c:pt idx="821">
                  <c:v>2.172736228777525</c:v>
                </c:pt>
                <c:pt idx="822">
                  <c:v>1.161386988751865</c:v>
                </c:pt>
                <c:pt idx="823">
                  <c:v>5.634584902622058</c:v>
                </c:pt>
                <c:pt idx="824">
                  <c:v>7.433489759587744</c:v>
                </c:pt>
                <c:pt idx="825">
                  <c:v>2.6587480800661707</c:v>
                </c:pt>
                <c:pt idx="826">
                  <c:v>41.49639688316498</c:v>
                </c:pt>
                <c:pt idx="827">
                  <c:v>4.202822680711596</c:v>
                </c:pt>
                <c:pt idx="828">
                  <c:v>1.725925886806333</c:v>
                </c:pt>
                <c:pt idx="829">
                  <c:v>6.866991036160841</c:v>
                </c:pt>
                <c:pt idx="830">
                  <c:v>5.209126808326059</c:v>
                </c:pt>
                <c:pt idx="831">
                  <c:v>3.8524039089897673</c:v>
                </c:pt>
                <c:pt idx="832">
                  <c:v>2.2211494102590352</c:v>
                </c:pt>
                <c:pt idx="833">
                  <c:v>7.787890490179036</c:v>
                </c:pt>
                <c:pt idx="834">
                  <c:v>5.9493783278221315</c:v>
                </c:pt>
                <c:pt idx="835">
                  <c:v>5.071883373632257</c:v>
                </c:pt>
                <c:pt idx="836">
                  <c:v>1.410868594740257</c:v>
                </c:pt>
                <c:pt idx="837">
                  <c:v>4.25536219967088</c:v>
                </c:pt>
                <c:pt idx="838">
                  <c:v>1.421593843421328</c:v>
                </c:pt>
                <c:pt idx="839">
                  <c:v>6.140538728207927</c:v>
                </c:pt>
                <c:pt idx="840">
                  <c:v>3.8295721753120975</c:v>
                </c:pt>
                <c:pt idx="841">
                  <c:v>5.068440652060864</c:v>
                </c:pt>
                <c:pt idx="842">
                  <c:v>8.563167504529002</c:v>
                </c:pt>
                <c:pt idx="843">
                  <c:v>2.3045606447805507</c:v>
                </c:pt>
                <c:pt idx="844">
                  <c:v>1.814653420476765</c:v>
                </c:pt>
                <c:pt idx="845">
                  <c:v>2.3845777208694914</c:v>
                </c:pt>
                <c:pt idx="846">
                  <c:v>5.9281792679189795</c:v>
                </c:pt>
                <c:pt idx="847">
                  <c:v>4.3071247265860935</c:v>
                </c:pt>
                <c:pt idx="848">
                  <c:v>5.869924847030573</c:v>
                </c:pt>
                <c:pt idx="849">
                  <c:v>8.998246729126553</c:v>
                </c:pt>
                <c:pt idx="850">
                  <c:v>3.3039810623133765</c:v>
                </c:pt>
                <c:pt idx="851">
                  <c:v>10.268678958092634</c:v>
                </c:pt>
                <c:pt idx="852">
                  <c:v>6.019433088939062</c:v>
                </c:pt>
                <c:pt idx="853">
                  <c:v>6.340084141636609</c:v>
                </c:pt>
                <c:pt idx="854">
                  <c:v>1.7846926294831442</c:v>
                </c:pt>
                <c:pt idx="855">
                  <c:v>1.0752655160948423</c:v>
                </c:pt>
                <c:pt idx="856">
                  <c:v>6.082059127755244</c:v>
                </c:pt>
                <c:pt idx="857">
                  <c:v>1.968876773749268</c:v>
                </c:pt>
                <c:pt idx="858">
                  <c:v>3.4228162073615187</c:v>
                </c:pt>
                <c:pt idx="859">
                  <c:v>8.907835593262892</c:v>
                </c:pt>
                <c:pt idx="860">
                  <c:v>6.907226850623578</c:v>
                </c:pt>
                <c:pt idx="861">
                  <c:v>9.731846571939364</c:v>
                </c:pt>
                <c:pt idx="862">
                  <c:v>0.8146743125885667</c:v>
                </c:pt>
                <c:pt idx="863">
                  <c:v>3.8690902326209544</c:v>
                </c:pt>
                <c:pt idx="864">
                  <c:v>4.775898402659915</c:v>
                </c:pt>
                <c:pt idx="865">
                  <c:v>4.799224898865712</c:v>
                </c:pt>
                <c:pt idx="866">
                  <c:v>1.9324716053728386</c:v>
                </c:pt>
                <c:pt idx="867">
                  <c:v>6.826748709851075</c:v>
                </c:pt>
                <c:pt idx="868">
                  <c:v>6.096844643429765</c:v>
                </c:pt>
                <c:pt idx="869">
                  <c:v>1.2246282829566562</c:v>
                </c:pt>
                <c:pt idx="870">
                  <c:v>6.013953331993627</c:v>
                </c:pt>
                <c:pt idx="871">
                  <c:v>4.126012117200796</c:v>
                </c:pt>
                <c:pt idx="872">
                  <c:v>6.884347801227394</c:v>
                </c:pt>
                <c:pt idx="873">
                  <c:v>1.9570194781181476</c:v>
                </c:pt>
                <c:pt idx="874">
                  <c:v>2.416644888673992</c:v>
                </c:pt>
                <c:pt idx="875">
                  <c:v>7.503625205248591</c:v>
                </c:pt>
                <c:pt idx="876">
                  <c:v>1.0515707748877419</c:v>
                </c:pt>
                <c:pt idx="877">
                  <c:v>17.386457399915766</c:v>
                </c:pt>
                <c:pt idx="878">
                  <c:v>0.558972043179294</c:v>
                </c:pt>
                <c:pt idx="879">
                  <c:v>5.716677951723902</c:v>
                </c:pt>
                <c:pt idx="880">
                  <c:v>4.835846366082393</c:v>
                </c:pt>
                <c:pt idx="881">
                  <c:v>4.367714986977282</c:v>
                </c:pt>
                <c:pt idx="882">
                  <c:v>4.517721104467417</c:v>
                </c:pt>
                <c:pt idx="883">
                  <c:v>5.67331568240145</c:v>
                </c:pt>
                <c:pt idx="884">
                  <c:v>4.922260138921203</c:v>
                </c:pt>
                <c:pt idx="885">
                  <c:v>2.835079762866859</c:v>
                </c:pt>
                <c:pt idx="886">
                  <c:v>3.3172920907973085</c:v>
                </c:pt>
                <c:pt idx="887">
                  <c:v>4.936471280717057</c:v>
                </c:pt>
                <c:pt idx="888">
                  <c:v>4.233726152786211</c:v>
                </c:pt>
                <c:pt idx="889">
                  <c:v>4.000597699519181</c:v>
                </c:pt>
                <c:pt idx="890">
                  <c:v>1.2138901143187115</c:v>
                </c:pt>
                <c:pt idx="891">
                  <c:v>8.104769260273212</c:v>
                </c:pt>
                <c:pt idx="892">
                  <c:v>2.8197344428094127</c:v>
                </c:pt>
                <c:pt idx="893">
                  <c:v>4.317134223684781</c:v>
                </c:pt>
                <c:pt idx="894">
                  <c:v>5.732767149122305</c:v>
                </c:pt>
                <c:pt idx="895">
                  <c:v>7.332880268108996</c:v>
                </c:pt>
                <c:pt idx="896">
                  <c:v>2.8402784132303163</c:v>
                </c:pt>
                <c:pt idx="897">
                  <c:v>1.5894455822397344</c:v>
                </c:pt>
                <c:pt idx="898">
                  <c:v>3.3598316123807757</c:v>
                </c:pt>
                <c:pt idx="899">
                  <c:v>2.0561187628997604</c:v>
                </c:pt>
                <c:pt idx="900">
                  <c:v>8.188341387699612</c:v>
                </c:pt>
                <c:pt idx="901">
                  <c:v>6.1354753128983175</c:v>
                </c:pt>
                <c:pt idx="902">
                  <c:v>2.6410757650474603</c:v>
                </c:pt>
                <c:pt idx="903">
                  <c:v>2.2201180604954613</c:v>
                </c:pt>
                <c:pt idx="904">
                  <c:v>2.6823596672824084</c:v>
                </c:pt>
                <c:pt idx="905">
                  <c:v>4.489516027814429</c:v>
                </c:pt>
                <c:pt idx="906">
                  <c:v>8.579180578510751</c:v>
                </c:pt>
                <c:pt idx="907">
                  <c:v>3.8236894089489133</c:v>
                </c:pt>
                <c:pt idx="908">
                  <c:v>5.989564580275955</c:v>
                </c:pt>
                <c:pt idx="909">
                  <c:v>5.987245919062089</c:v>
                </c:pt>
                <c:pt idx="910">
                  <c:v>0.48559192070705864</c:v>
                </c:pt>
                <c:pt idx="911">
                  <c:v>4.623038960267556</c:v>
                </c:pt>
                <c:pt idx="912">
                  <c:v>3.379301968728762</c:v>
                </c:pt>
                <c:pt idx="913">
                  <c:v>9.167403148125892</c:v>
                </c:pt>
                <c:pt idx="914">
                  <c:v>4.311456307532592</c:v>
                </c:pt>
                <c:pt idx="915">
                  <c:v>2.7399194750674996</c:v>
                </c:pt>
                <c:pt idx="916">
                  <c:v>2.166973135080218</c:v>
                </c:pt>
                <c:pt idx="917">
                  <c:v>6.5063248709641295</c:v>
                </c:pt>
                <c:pt idx="918">
                  <c:v>18.667467278599236</c:v>
                </c:pt>
                <c:pt idx="919">
                  <c:v>6.190086696684825</c:v>
                </c:pt>
                <c:pt idx="920">
                  <c:v>5.624464843105536</c:v>
                </c:pt>
                <c:pt idx="921">
                  <c:v>6.3334305760285</c:v>
                </c:pt>
                <c:pt idx="922">
                  <c:v>5.655402818078554</c:v>
                </c:pt>
                <c:pt idx="923">
                  <c:v>3.253347030741969</c:v>
                </c:pt>
                <c:pt idx="924">
                  <c:v>3.8158828228767616</c:v>
                </c:pt>
                <c:pt idx="925">
                  <c:v>2.7016708588162395</c:v>
                </c:pt>
                <c:pt idx="926">
                  <c:v>9.127805721049445</c:v>
                </c:pt>
                <c:pt idx="927">
                  <c:v>2.5000791494922847</c:v>
                </c:pt>
                <c:pt idx="928">
                  <c:v>6.33589538779609</c:v>
                </c:pt>
                <c:pt idx="929">
                  <c:v>8.259830791110423</c:v>
                </c:pt>
                <c:pt idx="930">
                  <c:v>3.5196665950822434</c:v>
                </c:pt>
                <c:pt idx="931">
                  <c:v>3.6585864684003924</c:v>
                </c:pt>
                <c:pt idx="932">
                  <c:v>4.498288892551521</c:v>
                </c:pt>
                <c:pt idx="933">
                  <c:v>4.64857488047408</c:v>
                </c:pt>
                <c:pt idx="934">
                  <c:v>1.4466588501487558</c:v>
                </c:pt>
                <c:pt idx="935">
                  <c:v>4.89699512024246</c:v>
                </c:pt>
                <c:pt idx="936">
                  <c:v>1.04308692383476</c:v>
                </c:pt>
                <c:pt idx="937">
                  <c:v>1.728622445983832</c:v>
                </c:pt>
                <c:pt idx="938">
                  <c:v>6.28130936612809</c:v>
                </c:pt>
                <c:pt idx="939">
                  <c:v>2.9147744190217844</c:v>
                </c:pt>
                <c:pt idx="940">
                  <c:v>2.7783995611851644</c:v>
                </c:pt>
                <c:pt idx="941">
                  <c:v>10.693256728393708</c:v>
                </c:pt>
                <c:pt idx="942">
                  <c:v>7.153879986131976</c:v>
                </c:pt>
                <c:pt idx="943">
                  <c:v>8.29302878249104</c:v>
                </c:pt>
                <c:pt idx="944">
                  <c:v>3.0413558426642777</c:v>
                </c:pt>
                <c:pt idx="945">
                  <c:v>1.511252465981832</c:v>
                </c:pt>
                <c:pt idx="946">
                  <c:v>5.5453827707463965</c:v>
                </c:pt>
                <c:pt idx="947">
                  <c:v>2.334583065401693</c:v>
                </c:pt>
                <c:pt idx="948">
                  <c:v>4.2333304868783115</c:v>
                </c:pt>
                <c:pt idx="949">
                  <c:v>2.6311354752911984</c:v>
                </c:pt>
                <c:pt idx="950">
                  <c:v>3.7547960501715667</c:v>
                </c:pt>
                <c:pt idx="951">
                  <c:v>4.595924852734774</c:v>
                </c:pt>
                <c:pt idx="952">
                  <c:v>4.537155048686282</c:v>
                </c:pt>
                <c:pt idx="953">
                  <c:v>6.999692838077181</c:v>
                </c:pt>
                <c:pt idx="954">
                  <c:v>8.418372780938597</c:v>
                </c:pt>
                <c:pt idx="955">
                  <c:v>3.054823418007938</c:v>
                </c:pt>
                <c:pt idx="956">
                  <c:v>11.382424044033296</c:v>
                </c:pt>
                <c:pt idx="957">
                  <c:v>2.2963358034670294</c:v>
                </c:pt>
                <c:pt idx="958">
                  <c:v>2.4108072514117107</c:v>
                </c:pt>
                <c:pt idx="959">
                  <c:v>3.170720843079505</c:v>
                </c:pt>
                <c:pt idx="960">
                  <c:v>3.1107935101646955</c:v>
                </c:pt>
                <c:pt idx="961">
                  <c:v>2.848804630986895</c:v>
                </c:pt>
                <c:pt idx="962">
                  <c:v>6.771684858157855</c:v>
                </c:pt>
                <c:pt idx="963">
                  <c:v>8.00593156215797</c:v>
                </c:pt>
                <c:pt idx="964">
                  <c:v>1.4060987728282734</c:v>
                </c:pt>
                <c:pt idx="965">
                  <c:v>1.4916287566343527</c:v>
                </c:pt>
                <c:pt idx="966">
                  <c:v>3.728632816939811</c:v>
                </c:pt>
                <c:pt idx="967">
                  <c:v>7.464647794887023</c:v>
                </c:pt>
                <c:pt idx="968">
                  <c:v>4.976104318040664</c:v>
                </c:pt>
                <c:pt idx="969">
                  <c:v>3.3319116458053504</c:v>
                </c:pt>
                <c:pt idx="970">
                  <c:v>1.8094518188381146</c:v>
                </c:pt>
                <c:pt idx="971">
                  <c:v>3.8282649235464836</c:v>
                </c:pt>
                <c:pt idx="972">
                  <c:v>8.039427694426678</c:v>
                </c:pt>
                <c:pt idx="973">
                  <c:v>16.457384089575996</c:v>
                </c:pt>
                <c:pt idx="974">
                  <c:v>5.1732541424444625</c:v>
                </c:pt>
                <c:pt idx="975">
                  <c:v>1.991823114899626</c:v>
                </c:pt>
                <c:pt idx="976">
                  <c:v>6.134726399220528</c:v>
                </c:pt>
                <c:pt idx="977">
                  <c:v>2.495120042426693</c:v>
                </c:pt>
                <c:pt idx="978">
                  <c:v>3.1607096440827624</c:v>
                </c:pt>
                <c:pt idx="979">
                  <c:v>2.773959585301702</c:v>
                </c:pt>
                <c:pt idx="980">
                  <c:v>4.942279394854462</c:v>
                </c:pt>
                <c:pt idx="981">
                  <c:v>0.34804115526312907</c:v>
                </c:pt>
                <c:pt idx="982">
                  <c:v>5.553988524697456</c:v>
                </c:pt>
                <c:pt idx="983">
                  <c:v>2.9494956939201638</c:v>
                </c:pt>
                <c:pt idx="984">
                  <c:v>4.883717269582274</c:v>
                </c:pt>
                <c:pt idx="985">
                  <c:v>6.070035398472218</c:v>
                </c:pt>
                <c:pt idx="986">
                  <c:v>2.939807279856475</c:v>
                </c:pt>
                <c:pt idx="987">
                  <c:v>5.277486401950612</c:v>
                </c:pt>
                <c:pt idx="988">
                  <c:v>3.265940109047966</c:v>
                </c:pt>
                <c:pt idx="989">
                  <c:v>2.4789868501543433</c:v>
                </c:pt>
                <c:pt idx="990">
                  <c:v>1.8990382392979108</c:v>
                </c:pt>
                <c:pt idx="991">
                  <c:v>9.850263017986183</c:v>
                </c:pt>
                <c:pt idx="992">
                  <c:v>3.5379436659099506</c:v>
                </c:pt>
                <c:pt idx="993">
                  <c:v>7.706288572207992</c:v>
                </c:pt>
                <c:pt idx="994">
                  <c:v>7.047880975904847</c:v>
                </c:pt>
                <c:pt idx="995">
                  <c:v>2.816909605888093</c:v>
                </c:pt>
                <c:pt idx="996">
                  <c:v>5.230801624020985</c:v>
                </c:pt>
                <c:pt idx="997">
                  <c:v>2.706524212503485</c:v>
                </c:pt>
                <c:pt idx="998">
                  <c:v>2.6956716750349665</c:v>
                </c:pt>
                <c:pt idx="999">
                  <c:v>2.9824396774527764</c:v>
                </c:pt>
                <c:pt idx="1000">
                  <c:v>1.486258446236277</c:v>
                </c:pt>
                <c:pt idx="1001">
                  <c:v>2.787619843608812</c:v>
                </c:pt>
                <c:pt idx="1002">
                  <c:v>1.0661593037500696</c:v>
                </c:pt>
                <c:pt idx="1003">
                  <c:v>10.373218696076997</c:v>
                </c:pt>
                <c:pt idx="1004">
                  <c:v>1.6986963997658016</c:v>
                </c:pt>
                <c:pt idx="1005">
                  <c:v>3.227262830627888</c:v>
                </c:pt>
                <c:pt idx="1006">
                  <c:v>3.2835227101610576</c:v>
                </c:pt>
                <c:pt idx="1007">
                  <c:v>3.4174442044823152</c:v>
                </c:pt>
                <c:pt idx="1008">
                  <c:v>0.6089635945155435</c:v>
                </c:pt>
                <c:pt idx="1009">
                  <c:v>5.87192927195245</c:v>
                </c:pt>
                <c:pt idx="1010">
                  <c:v>3.763464542516131</c:v>
                </c:pt>
                <c:pt idx="1011">
                  <c:v>1.3038835584027517</c:v>
                </c:pt>
                <c:pt idx="1012">
                  <c:v>2.857735241916806</c:v>
                </c:pt>
                <c:pt idx="1013">
                  <c:v>5.953595432320876</c:v>
                </c:pt>
                <c:pt idx="1014">
                  <c:v>6.3897612876607335</c:v>
                </c:pt>
                <c:pt idx="1015">
                  <c:v>1.5263247013703265</c:v>
                </c:pt>
                <c:pt idx="1016">
                  <c:v>1.0763684434477099</c:v>
                </c:pt>
                <c:pt idx="1017">
                  <c:v>5.577013186980728</c:v>
                </c:pt>
                <c:pt idx="1018">
                  <c:v>4.681456606365677</c:v>
                </c:pt>
                <c:pt idx="1019">
                  <c:v>3.5078945350892115</c:v>
                </c:pt>
                <c:pt idx="1020">
                  <c:v>7.993457980556663</c:v>
                </c:pt>
                <c:pt idx="1021">
                  <c:v>3.150351476019572</c:v>
                </c:pt>
                <c:pt idx="1022">
                  <c:v>4.651741282090891</c:v>
                </c:pt>
                <c:pt idx="1023">
                  <c:v>6.369076087413917</c:v>
                </c:pt>
                <c:pt idx="1024">
                  <c:v>0.9451955679066106</c:v>
                </c:pt>
                <c:pt idx="1025">
                  <c:v>2.686781141777915</c:v>
                </c:pt>
                <c:pt idx="1026">
                  <c:v>1.6968004349619938</c:v>
                </c:pt>
                <c:pt idx="1027">
                  <c:v>3.873679438159594</c:v>
                </c:pt>
                <c:pt idx="1028">
                  <c:v>2.239622837790193</c:v>
                </c:pt>
                <c:pt idx="1029">
                  <c:v>2.2502676043365306</c:v>
                </c:pt>
                <c:pt idx="1030">
                  <c:v>4.375302557136954</c:v>
                </c:pt>
                <c:pt idx="1031">
                  <c:v>2.8597063484966334</c:v>
                </c:pt>
                <c:pt idx="1032">
                  <c:v>6.149106279864212</c:v>
                </c:pt>
                <c:pt idx="1033">
                  <c:v>4.95310832177249</c:v>
                </c:pt>
                <c:pt idx="1034">
                  <c:v>6.267403270513799</c:v>
                </c:pt>
                <c:pt idx="1035">
                  <c:v>1.9551036655555019</c:v>
                </c:pt>
                <c:pt idx="1036">
                  <c:v>5.802810829644238</c:v>
                </c:pt>
                <c:pt idx="1037">
                  <c:v>1.9905565175689168</c:v>
                </c:pt>
                <c:pt idx="1038">
                  <c:v>8.391696667731683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Sheet1!$B$1042</c:f>
              <c:strCache>
                <c:ptCount val="1"/>
                <c:pt idx="0">
                  <c:v>Exact prediction</c:v>
                </c:pt>
              </c:strCache>
            </c:strRef>
          </c:tx>
          <c:spPr>
            <a:ln w="15875">
              <a:solidFill>
                <a:srgbClr val="DDB55B"/>
              </a:solidFill>
              <a:prstDash val="dash"/>
            </a:ln>
          </c:spPr>
          <c:marker>
            <c:symbol val="none"/>
          </c:marker>
          <c:xVal>
            <c:numRef>
              <c:f>Sheet1!$A$1043:$A$1044</c:f>
              <c:numCache>
                <c:formatCode>General</c:formatCode>
                <c:ptCount val="2"/>
                <c:pt idx="0">
                  <c:v>0.2</c:v>
                </c:pt>
                <c:pt idx="1">
                  <c:v>100</c:v>
                </c:pt>
              </c:numCache>
            </c:numRef>
          </c:xVal>
          <c:yVal>
            <c:numRef>
              <c:f>Sheet1!$B$1043:$B$1044</c:f>
              <c:numCache>
                <c:formatCode>General</c:formatCode>
                <c:ptCount val="2"/>
                <c:pt idx="0">
                  <c:v>0.2</c:v>
                </c:pt>
                <c:pt idx="1">
                  <c:v>100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logBase val="10"/>
          <c:orientation val="minMax"/>
          <c:max val="100.0"/>
          <c:min val="0.1"/>
        </c:scaling>
        <c:delete val="0"/>
        <c:axPos val="b"/>
        <c:majorGridlines>
          <c:spPr>
            <a:ln w="6350">
              <a:solidFill>
                <a:srgbClr val="21405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50" b="0">
                    <a:solidFill>
                      <a:srgbClr val="ABBEC9"/>
                    </a:solidFill>
                    <a:latin typeface="Aptos"/>
                  </a:rPr>
                  <a:t>Actual price (INR lakh)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low"/>
        <c:spPr>
          <a:ln w="9525">
            <a:solidFill>
              <a:srgbClr val="2B485A"/>
            </a:solidFill>
          </a:ln>
        </c:spPr>
        <c:txPr>
          <a:bodyPr/>
          <a:lstStyle/>
          <a:p>
            <a:pPr>
              <a:defRPr sz="950">
                <a:solidFill>
                  <a:srgbClr val="ABBEC9"/>
                </a:solidFill>
                <a:latin typeface="Aptos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logBase val="10"/>
          <c:orientation val="minMax"/>
          <c:max val="100.0"/>
          <c:min val="0.1"/>
        </c:scaling>
        <c:delete val="0"/>
        <c:axPos val="l"/>
        <c:majorGridlines>
          <c:spPr>
            <a:ln w="6350">
              <a:solidFill>
                <a:srgbClr val="21405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50" b="0">
                    <a:solidFill>
                      <a:srgbClr val="ABBEC9"/>
                    </a:solidFill>
                    <a:latin typeface="Aptos"/>
                  </a:rPr>
                  <a:t>Predicted price (INR lakh)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low"/>
        <c:spPr>
          <a:ln w="9525">
            <a:solidFill>
              <a:srgbClr val="2B485A"/>
            </a:solidFill>
          </a:ln>
        </c:spPr>
        <c:txPr>
          <a:bodyPr/>
          <a:lstStyle/>
          <a:p>
            <a:pPr>
              <a:defRPr sz="950">
                <a:solidFill>
                  <a:srgbClr val="ABBEC9"/>
                </a:solidFill>
                <a:latin typeface="Aptos"/>
              </a:defRPr>
            </a:pPr>
          </a:p>
        </c:txPr>
        <c:crossAx val="-2128940872"/>
        <c:crosses val="autoZero"/>
        <c:crossBetween val="midCat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50">
          <a:solidFill>
            <a:srgbClr val="ABBEC9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>
                <a:solidFill>
                  <a:srgbClr val="F8FBFC"/>
                </a:solidFill>
                <a:latin typeface="Aptos"/>
              </a:rPr>
              <a:t>NumPy ANN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NumPy ANN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3"/>
            <c:spPr>
              <a:solidFill>
                <a:srgbClr val="63CBC7">
                  <a:alpha val="55000"/>
                </a:srgbClr>
              </a:solidFill>
              <a:ln>
                <a:noFill/>
              </a:ln>
            </c:spPr>
          </c:marker>
          <c:xVal>
            <c:numRef>
              <c:f>Sheet1!$A$2:$A$1040</c:f>
              <c:numCache>
                <c:formatCode>General</c:formatCode>
                <c:ptCount val="1039"/>
                <c:pt idx="0">
                  <c:v>72.0</c:v>
                </c:pt>
                <c:pt idx="1">
                  <c:v>13.0</c:v>
                </c:pt>
                <c:pt idx="2">
                  <c:v>6.75</c:v>
                </c:pt>
                <c:pt idx="3">
                  <c:v>3.5</c:v>
                </c:pt>
                <c:pt idx="4">
                  <c:v>1.85</c:v>
                </c:pt>
                <c:pt idx="5">
                  <c:v>7.0</c:v>
                </c:pt>
                <c:pt idx="6">
                  <c:v>5.2</c:v>
                </c:pt>
                <c:pt idx="7">
                  <c:v>5.9</c:v>
                </c:pt>
                <c:pt idx="8">
                  <c:v>1.5</c:v>
                </c:pt>
                <c:pt idx="9">
                  <c:v>2.75</c:v>
                </c:pt>
                <c:pt idx="10">
                  <c:v>4.25</c:v>
                </c:pt>
                <c:pt idx="11">
                  <c:v>7.5</c:v>
                </c:pt>
                <c:pt idx="12">
                  <c:v>3.4</c:v>
                </c:pt>
                <c:pt idx="13">
                  <c:v>2.0</c:v>
                </c:pt>
                <c:pt idx="14">
                  <c:v>7.5</c:v>
                </c:pt>
                <c:pt idx="15">
                  <c:v>2.2</c:v>
                </c:pt>
                <c:pt idx="16">
                  <c:v>5.75</c:v>
                </c:pt>
                <c:pt idx="17">
                  <c:v>3.0</c:v>
                </c:pt>
                <c:pt idx="18">
                  <c:v>4.5</c:v>
                </c:pt>
                <c:pt idx="19">
                  <c:v>3.3</c:v>
                </c:pt>
                <c:pt idx="20">
                  <c:v>27.0</c:v>
                </c:pt>
                <c:pt idx="21">
                  <c:v>5.25</c:v>
                </c:pt>
                <c:pt idx="22">
                  <c:v>1.5</c:v>
                </c:pt>
                <c:pt idx="23">
                  <c:v>9.5</c:v>
                </c:pt>
                <c:pt idx="24">
                  <c:v>4.15</c:v>
                </c:pt>
                <c:pt idx="25">
                  <c:v>4.2</c:v>
                </c:pt>
                <c:pt idx="26">
                  <c:v>4.11</c:v>
                </c:pt>
                <c:pt idx="27">
                  <c:v>18.5</c:v>
                </c:pt>
                <c:pt idx="28">
                  <c:v>7.5</c:v>
                </c:pt>
                <c:pt idx="29">
                  <c:v>10.0</c:v>
                </c:pt>
                <c:pt idx="30">
                  <c:v>3.5</c:v>
                </c:pt>
                <c:pt idx="31">
                  <c:v>4.65</c:v>
                </c:pt>
                <c:pt idx="32">
                  <c:v>6.85</c:v>
                </c:pt>
                <c:pt idx="33">
                  <c:v>1.14999</c:v>
                </c:pt>
                <c:pt idx="34">
                  <c:v>2.5</c:v>
                </c:pt>
                <c:pt idx="35">
                  <c:v>2.75</c:v>
                </c:pt>
                <c:pt idx="36">
                  <c:v>5.09999</c:v>
                </c:pt>
                <c:pt idx="37">
                  <c:v>3.75</c:v>
                </c:pt>
                <c:pt idx="38">
                  <c:v>5.11</c:v>
                </c:pt>
                <c:pt idx="39">
                  <c:v>2.8</c:v>
                </c:pt>
                <c:pt idx="40">
                  <c:v>3.2</c:v>
                </c:pt>
                <c:pt idx="41">
                  <c:v>9.5</c:v>
                </c:pt>
                <c:pt idx="42">
                  <c:v>4.5</c:v>
                </c:pt>
                <c:pt idx="43">
                  <c:v>8.4</c:v>
                </c:pt>
                <c:pt idx="44">
                  <c:v>3.4</c:v>
                </c:pt>
                <c:pt idx="45">
                  <c:v>6.0</c:v>
                </c:pt>
                <c:pt idx="46">
                  <c:v>0.8</c:v>
                </c:pt>
                <c:pt idx="47">
                  <c:v>4.75</c:v>
                </c:pt>
                <c:pt idx="48">
                  <c:v>6.1</c:v>
                </c:pt>
                <c:pt idx="49">
                  <c:v>4.0</c:v>
                </c:pt>
                <c:pt idx="50">
                  <c:v>5.0</c:v>
                </c:pt>
                <c:pt idx="51">
                  <c:v>7.5</c:v>
                </c:pt>
                <c:pt idx="52">
                  <c:v>5.09999</c:v>
                </c:pt>
                <c:pt idx="53">
                  <c:v>4.7</c:v>
                </c:pt>
                <c:pt idx="54">
                  <c:v>4.0</c:v>
                </c:pt>
                <c:pt idx="55">
                  <c:v>0.8</c:v>
                </c:pt>
                <c:pt idx="56">
                  <c:v>9.25</c:v>
                </c:pt>
                <c:pt idx="57">
                  <c:v>6.0</c:v>
                </c:pt>
                <c:pt idx="58">
                  <c:v>1.14999</c:v>
                </c:pt>
                <c:pt idx="59">
                  <c:v>1.42</c:v>
                </c:pt>
                <c:pt idx="60">
                  <c:v>3.0</c:v>
                </c:pt>
                <c:pt idx="61">
                  <c:v>1.1</c:v>
                </c:pt>
                <c:pt idx="62">
                  <c:v>4.95</c:v>
                </c:pt>
                <c:pt idx="63">
                  <c:v>10.0</c:v>
                </c:pt>
                <c:pt idx="64">
                  <c:v>1.3</c:v>
                </c:pt>
                <c:pt idx="65">
                  <c:v>3.5</c:v>
                </c:pt>
                <c:pt idx="66">
                  <c:v>6.0</c:v>
                </c:pt>
                <c:pt idx="67">
                  <c:v>5.5</c:v>
                </c:pt>
                <c:pt idx="68">
                  <c:v>1.55</c:v>
                </c:pt>
                <c:pt idx="69">
                  <c:v>4.16</c:v>
                </c:pt>
                <c:pt idx="70">
                  <c:v>5.73</c:v>
                </c:pt>
                <c:pt idx="71">
                  <c:v>3.6</c:v>
                </c:pt>
                <c:pt idx="72">
                  <c:v>9.0</c:v>
                </c:pt>
                <c:pt idx="73">
                  <c:v>3.62</c:v>
                </c:pt>
                <c:pt idx="74">
                  <c:v>2.75</c:v>
                </c:pt>
                <c:pt idx="75">
                  <c:v>9.0</c:v>
                </c:pt>
                <c:pt idx="76">
                  <c:v>21.5</c:v>
                </c:pt>
                <c:pt idx="77">
                  <c:v>0.7</c:v>
                </c:pt>
                <c:pt idx="78">
                  <c:v>3.2</c:v>
                </c:pt>
                <c:pt idx="79">
                  <c:v>9.5</c:v>
                </c:pt>
                <c:pt idx="80">
                  <c:v>1.1</c:v>
                </c:pt>
                <c:pt idx="81">
                  <c:v>6.2</c:v>
                </c:pt>
                <c:pt idx="82">
                  <c:v>29.5</c:v>
                </c:pt>
                <c:pt idx="83">
                  <c:v>7.0</c:v>
                </c:pt>
                <c:pt idx="84">
                  <c:v>5.5</c:v>
                </c:pt>
                <c:pt idx="85">
                  <c:v>2.7</c:v>
                </c:pt>
                <c:pt idx="86">
                  <c:v>3.61</c:v>
                </c:pt>
                <c:pt idx="87">
                  <c:v>3.5</c:v>
                </c:pt>
                <c:pt idx="88">
                  <c:v>6.25</c:v>
                </c:pt>
                <c:pt idx="89">
                  <c:v>21.0</c:v>
                </c:pt>
                <c:pt idx="90">
                  <c:v>1.2</c:v>
                </c:pt>
                <c:pt idx="91">
                  <c:v>3.6</c:v>
                </c:pt>
                <c:pt idx="92">
                  <c:v>3.0</c:v>
                </c:pt>
                <c:pt idx="93">
                  <c:v>1.2</c:v>
                </c:pt>
                <c:pt idx="94">
                  <c:v>2.04999</c:v>
                </c:pt>
                <c:pt idx="95">
                  <c:v>4.09999</c:v>
                </c:pt>
                <c:pt idx="96">
                  <c:v>9.5</c:v>
                </c:pt>
                <c:pt idx="97">
                  <c:v>2.7</c:v>
                </c:pt>
                <c:pt idx="98">
                  <c:v>5.2</c:v>
                </c:pt>
                <c:pt idx="99">
                  <c:v>5.0</c:v>
                </c:pt>
                <c:pt idx="100">
                  <c:v>5.5</c:v>
                </c:pt>
                <c:pt idx="101">
                  <c:v>6.43</c:v>
                </c:pt>
                <c:pt idx="102">
                  <c:v>3.5</c:v>
                </c:pt>
                <c:pt idx="103">
                  <c:v>7.8</c:v>
                </c:pt>
                <c:pt idx="104">
                  <c:v>3.0</c:v>
                </c:pt>
                <c:pt idx="105">
                  <c:v>20.0</c:v>
                </c:pt>
                <c:pt idx="106">
                  <c:v>5.4</c:v>
                </c:pt>
                <c:pt idx="107">
                  <c:v>5.25</c:v>
                </c:pt>
                <c:pt idx="108">
                  <c:v>0.4</c:v>
                </c:pt>
                <c:pt idx="109">
                  <c:v>7.0</c:v>
                </c:pt>
                <c:pt idx="110">
                  <c:v>4.0</c:v>
                </c:pt>
                <c:pt idx="111">
                  <c:v>4.21</c:v>
                </c:pt>
                <c:pt idx="112">
                  <c:v>5.0</c:v>
                </c:pt>
                <c:pt idx="113">
                  <c:v>2.52999</c:v>
                </c:pt>
                <c:pt idx="114">
                  <c:v>3.2</c:v>
                </c:pt>
                <c:pt idx="115">
                  <c:v>8.69999</c:v>
                </c:pt>
                <c:pt idx="116">
                  <c:v>1.5</c:v>
                </c:pt>
                <c:pt idx="117">
                  <c:v>6.5</c:v>
                </c:pt>
                <c:pt idx="118">
                  <c:v>7.25</c:v>
                </c:pt>
                <c:pt idx="119">
                  <c:v>4.5</c:v>
                </c:pt>
                <c:pt idx="120">
                  <c:v>2.9</c:v>
                </c:pt>
                <c:pt idx="121">
                  <c:v>8.0</c:v>
                </c:pt>
                <c:pt idx="122">
                  <c:v>6.45</c:v>
                </c:pt>
                <c:pt idx="123">
                  <c:v>3.4</c:v>
                </c:pt>
                <c:pt idx="124">
                  <c:v>6.45</c:v>
                </c:pt>
                <c:pt idx="125">
                  <c:v>7.5</c:v>
                </c:pt>
                <c:pt idx="126">
                  <c:v>4.5</c:v>
                </c:pt>
                <c:pt idx="127">
                  <c:v>7.5</c:v>
                </c:pt>
                <c:pt idx="128">
                  <c:v>3.5</c:v>
                </c:pt>
                <c:pt idx="129">
                  <c:v>4.51</c:v>
                </c:pt>
                <c:pt idx="130">
                  <c:v>4.4</c:v>
                </c:pt>
                <c:pt idx="131">
                  <c:v>5.7</c:v>
                </c:pt>
                <c:pt idx="132">
                  <c:v>0.5</c:v>
                </c:pt>
                <c:pt idx="133">
                  <c:v>4.59999</c:v>
                </c:pt>
                <c:pt idx="134">
                  <c:v>9.5</c:v>
                </c:pt>
                <c:pt idx="135">
                  <c:v>11.5</c:v>
                </c:pt>
                <c:pt idx="136">
                  <c:v>1.38</c:v>
                </c:pt>
                <c:pt idx="137">
                  <c:v>6.0</c:v>
                </c:pt>
                <c:pt idx="138">
                  <c:v>6.5</c:v>
                </c:pt>
                <c:pt idx="139">
                  <c:v>3.25</c:v>
                </c:pt>
                <c:pt idx="140">
                  <c:v>6.45</c:v>
                </c:pt>
                <c:pt idx="141">
                  <c:v>21.5</c:v>
                </c:pt>
                <c:pt idx="142">
                  <c:v>6.25</c:v>
                </c:pt>
                <c:pt idx="143">
                  <c:v>1.14999</c:v>
                </c:pt>
                <c:pt idx="144">
                  <c:v>7.5</c:v>
                </c:pt>
                <c:pt idx="145">
                  <c:v>7.5</c:v>
                </c:pt>
                <c:pt idx="146">
                  <c:v>0.85</c:v>
                </c:pt>
                <c:pt idx="147">
                  <c:v>4.75</c:v>
                </c:pt>
                <c:pt idx="148">
                  <c:v>3.35</c:v>
                </c:pt>
                <c:pt idx="149">
                  <c:v>1.6</c:v>
                </c:pt>
                <c:pt idx="150">
                  <c:v>6.0</c:v>
                </c:pt>
                <c:pt idx="151">
                  <c:v>5.5</c:v>
                </c:pt>
                <c:pt idx="152">
                  <c:v>6.0</c:v>
                </c:pt>
                <c:pt idx="153">
                  <c:v>2.75</c:v>
                </c:pt>
                <c:pt idx="154">
                  <c:v>7.5</c:v>
                </c:pt>
                <c:pt idx="155">
                  <c:v>9.0</c:v>
                </c:pt>
                <c:pt idx="156">
                  <c:v>5.0</c:v>
                </c:pt>
                <c:pt idx="157">
                  <c:v>1.35</c:v>
                </c:pt>
                <c:pt idx="158">
                  <c:v>6.0</c:v>
                </c:pt>
                <c:pt idx="159">
                  <c:v>1.75</c:v>
                </c:pt>
                <c:pt idx="160">
                  <c:v>7.5</c:v>
                </c:pt>
                <c:pt idx="161">
                  <c:v>5.2</c:v>
                </c:pt>
                <c:pt idx="162">
                  <c:v>3.6</c:v>
                </c:pt>
                <c:pt idx="163">
                  <c:v>4.75</c:v>
                </c:pt>
                <c:pt idx="164">
                  <c:v>4.0</c:v>
                </c:pt>
                <c:pt idx="165">
                  <c:v>6.9</c:v>
                </c:pt>
                <c:pt idx="166">
                  <c:v>3.0</c:v>
                </c:pt>
                <c:pt idx="167">
                  <c:v>3.2</c:v>
                </c:pt>
                <c:pt idx="168">
                  <c:v>3.85</c:v>
                </c:pt>
                <c:pt idx="169">
                  <c:v>5.75</c:v>
                </c:pt>
                <c:pt idx="170">
                  <c:v>1.45</c:v>
                </c:pt>
                <c:pt idx="171">
                  <c:v>3.7</c:v>
                </c:pt>
                <c:pt idx="172">
                  <c:v>4.5</c:v>
                </c:pt>
                <c:pt idx="173">
                  <c:v>2.5</c:v>
                </c:pt>
                <c:pt idx="174">
                  <c:v>0.81</c:v>
                </c:pt>
                <c:pt idx="175">
                  <c:v>1.7</c:v>
                </c:pt>
                <c:pt idx="176">
                  <c:v>4.11</c:v>
                </c:pt>
                <c:pt idx="177">
                  <c:v>5.0</c:v>
                </c:pt>
                <c:pt idx="178">
                  <c:v>2.25</c:v>
                </c:pt>
                <c:pt idx="179">
                  <c:v>1.25</c:v>
                </c:pt>
                <c:pt idx="180">
                  <c:v>9.0</c:v>
                </c:pt>
                <c:pt idx="181">
                  <c:v>1.5</c:v>
                </c:pt>
                <c:pt idx="182">
                  <c:v>4.5</c:v>
                </c:pt>
                <c:pt idx="183">
                  <c:v>5.75</c:v>
                </c:pt>
                <c:pt idx="184">
                  <c:v>0.55</c:v>
                </c:pt>
                <c:pt idx="185">
                  <c:v>5.0</c:v>
                </c:pt>
                <c:pt idx="186">
                  <c:v>4.0</c:v>
                </c:pt>
                <c:pt idx="187">
                  <c:v>6.7</c:v>
                </c:pt>
                <c:pt idx="188">
                  <c:v>2.0</c:v>
                </c:pt>
                <c:pt idx="189">
                  <c:v>6.5</c:v>
                </c:pt>
                <c:pt idx="190">
                  <c:v>5.0</c:v>
                </c:pt>
                <c:pt idx="191">
                  <c:v>3.25</c:v>
                </c:pt>
                <c:pt idx="192">
                  <c:v>4.0</c:v>
                </c:pt>
                <c:pt idx="193">
                  <c:v>4.5</c:v>
                </c:pt>
                <c:pt idx="194">
                  <c:v>7.75</c:v>
                </c:pt>
                <c:pt idx="195">
                  <c:v>1.3</c:v>
                </c:pt>
                <c:pt idx="196">
                  <c:v>2.0</c:v>
                </c:pt>
                <c:pt idx="197">
                  <c:v>2.2</c:v>
                </c:pt>
                <c:pt idx="198">
                  <c:v>6.25</c:v>
                </c:pt>
                <c:pt idx="199">
                  <c:v>1.3</c:v>
                </c:pt>
                <c:pt idx="200">
                  <c:v>8.0</c:v>
                </c:pt>
                <c:pt idx="201">
                  <c:v>3.2</c:v>
                </c:pt>
                <c:pt idx="202">
                  <c:v>2.45</c:v>
                </c:pt>
                <c:pt idx="203">
                  <c:v>25.5</c:v>
                </c:pt>
                <c:pt idx="204">
                  <c:v>16.5</c:v>
                </c:pt>
                <c:pt idx="205">
                  <c:v>7.7</c:v>
                </c:pt>
                <c:pt idx="206">
                  <c:v>4.82</c:v>
                </c:pt>
                <c:pt idx="207">
                  <c:v>0.8</c:v>
                </c:pt>
                <c:pt idx="208">
                  <c:v>12.0</c:v>
                </c:pt>
                <c:pt idx="209">
                  <c:v>2.4</c:v>
                </c:pt>
                <c:pt idx="210">
                  <c:v>8.0</c:v>
                </c:pt>
                <c:pt idx="211">
                  <c:v>2.11</c:v>
                </c:pt>
                <c:pt idx="212">
                  <c:v>1.0</c:v>
                </c:pt>
                <c:pt idx="213">
                  <c:v>2.8</c:v>
                </c:pt>
                <c:pt idx="214">
                  <c:v>2.46</c:v>
                </c:pt>
                <c:pt idx="215">
                  <c:v>3.0</c:v>
                </c:pt>
                <c:pt idx="216">
                  <c:v>2.1</c:v>
                </c:pt>
                <c:pt idx="217">
                  <c:v>6.0</c:v>
                </c:pt>
                <c:pt idx="218">
                  <c:v>2.6</c:v>
                </c:pt>
                <c:pt idx="219">
                  <c:v>6.5</c:v>
                </c:pt>
                <c:pt idx="220">
                  <c:v>1.1</c:v>
                </c:pt>
                <c:pt idx="221">
                  <c:v>3.85</c:v>
                </c:pt>
                <c:pt idx="222">
                  <c:v>2.95</c:v>
                </c:pt>
                <c:pt idx="223">
                  <c:v>5.25</c:v>
                </c:pt>
                <c:pt idx="224">
                  <c:v>1.6</c:v>
                </c:pt>
                <c:pt idx="225">
                  <c:v>8.5</c:v>
                </c:pt>
                <c:pt idx="226">
                  <c:v>5.0</c:v>
                </c:pt>
                <c:pt idx="227">
                  <c:v>2.0</c:v>
                </c:pt>
                <c:pt idx="228">
                  <c:v>5.9</c:v>
                </c:pt>
                <c:pt idx="229">
                  <c:v>3.6</c:v>
                </c:pt>
                <c:pt idx="230">
                  <c:v>4.5</c:v>
                </c:pt>
                <c:pt idx="231">
                  <c:v>8.8</c:v>
                </c:pt>
                <c:pt idx="232">
                  <c:v>8.9</c:v>
                </c:pt>
                <c:pt idx="233">
                  <c:v>23.75</c:v>
                </c:pt>
                <c:pt idx="234">
                  <c:v>9.0</c:v>
                </c:pt>
                <c:pt idx="235">
                  <c:v>2.0</c:v>
                </c:pt>
                <c:pt idx="236">
                  <c:v>12.1</c:v>
                </c:pt>
                <c:pt idx="237">
                  <c:v>3.88</c:v>
                </c:pt>
                <c:pt idx="238">
                  <c:v>4.75</c:v>
                </c:pt>
                <c:pt idx="239">
                  <c:v>1.5</c:v>
                </c:pt>
                <c:pt idx="240">
                  <c:v>7.8</c:v>
                </c:pt>
                <c:pt idx="241">
                  <c:v>2.29999</c:v>
                </c:pt>
                <c:pt idx="242">
                  <c:v>6.5</c:v>
                </c:pt>
                <c:pt idx="243">
                  <c:v>6.3</c:v>
                </c:pt>
                <c:pt idx="244">
                  <c:v>1.6</c:v>
                </c:pt>
                <c:pt idx="245">
                  <c:v>4.2</c:v>
                </c:pt>
                <c:pt idx="246">
                  <c:v>6.0</c:v>
                </c:pt>
                <c:pt idx="247">
                  <c:v>8.0</c:v>
                </c:pt>
                <c:pt idx="248">
                  <c:v>9.75</c:v>
                </c:pt>
                <c:pt idx="249">
                  <c:v>4.5</c:v>
                </c:pt>
                <c:pt idx="250">
                  <c:v>2.6</c:v>
                </c:pt>
                <c:pt idx="251">
                  <c:v>4.0</c:v>
                </c:pt>
                <c:pt idx="252">
                  <c:v>0.33351</c:v>
                </c:pt>
                <c:pt idx="253">
                  <c:v>3.99</c:v>
                </c:pt>
                <c:pt idx="254">
                  <c:v>0.65</c:v>
                </c:pt>
                <c:pt idx="255">
                  <c:v>6.7</c:v>
                </c:pt>
                <c:pt idx="256">
                  <c:v>3.95</c:v>
                </c:pt>
                <c:pt idx="257">
                  <c:v>5.51</c:v>
                </c:pt>
                <c:pt idx="258">
                  <c:v>4.99</c:v>
                </c:pt>
                <c:pt idx="259">
                  <c:v>6.25</c:v>
                </c:pt>
                <c:pt idx="260">
                  <c:v>4.25</c:v>
                </c:pt>
                <c:pt idx="261">
                  <c:v>7.0</c:v>
                </c:pt>
                <c:pt idx="262">
                  <c:v>4.34999</c:v>
                </c:pt>
                <c:pt idx="263">
                  <c:v>8.49</c:v>
                </c:pt>
                <c:pt idx="264">
                  <c:v>4.5</c:v>
                </c:pt>
                <c:pt idx="265">
                  <c:v>1.35</c:v>
                </c:pt>
                <c:pt idx="266">
                  <c:v>2.5</c:v>
                </c:pt>
                <c:pt idx="267">
                  <c:v>2.9</c:v>
                </c:pt>
                <c:pt idx="268">
                  <c:v>7.0</c:v>
                </c:pt>
                <c:pt idx="269">
                  <c:v>2.8</c:v>
                </c:pt>
                <c:pt idx="270">
                  <c:v>5.2</c:v>
                </c:pt>
                <c:pt idx="271">
                  <c:v>3.8</c:v>
                </c:pt>
                <c:pt idx="272">
                  <c:v>3.8</c:v>
                </c:pt>
                <c:pt idx="273">
                  <c:v>1.29</c:v>
                </c:pt>
                <c:pt idx="274">
                  <c:v>2.9</c:v>
                </c:pt>
                <c:pt idx="275">
                  <c:v>5.85</c:v>
                </c:pt>
                <c:pt idx="276">
                  <c:v>7.5</c:v>
                </c:pt>
                <c:pt idx="277">
                  <c:v>33.0</c:v>
                </c:pt>
                <c:pt idx="278">
                  <c:v>1.85</c:v>
                </c:pt>
                <c:pt idx="279">
                  <c:v>2.5</c:v>
                </c:pt>
                <c:pt idx="280">
                  <c:v>3.5</c:v>
                </c:pt>
                <c:pt idx="281">
                  <c:v>7.45</c:v>
                </c:pt>
                <c:pt idx="282">
                  <c:v>3.5</c:v>
                </c:pt>
                <c:pt idx="283">
                  <c:v>3.2</c:v>
                </c:pt>
                <c:pt idx="284">
                  <c:v>4.51</c:v>
                </c:pt>
                <c:pt idx="285">
                  <c:v>5.85</c:v>
                </c:pt>
                <c:pt idx="286">
                  <c:v>11.0</c:v>
                </c:pt>
                <c:pt idx="287">
                  <c:v>3.5</c:v>
                </c:pt>
                <c:pt idx="288">
                  <c:v>3.75</c:v>
                </c:pt>
                <c:pt idx="289">
                  <c:v>7.0</c:v>
                </c:pt>
                <c:pt idx="290">
                  <c:v>5.5</c:v>
                </c:pt>
                <c:pt idx="291">
                  <c:v>4.55</c:v>
                </c:pt>
                <c:pt idx="292">
                  <c:v>0.85</c:v>
                </c:pt>
                <c:pt idx="293">
                  <c:v>2.92</c:v>
                </c:pt>
                <c:pt idx="294">
                  <c:v>3.0</c:v>
                </c:pt>
                <c:pt idx="295">
                  <c:v>0.6</c:v>
                </c:pt>
                <c:pt idx="296">
                  <c:v>4.2</c:v>
                </c:pt>
                <c:pt idx="297">
                  <c:v>5.85</c:v>
                </c:pt>
                <c:pt idx="298">
                  <c:v>3.5</c:v>
                </c:pt>
                <c:pt idx="299">
                  <c:v>4.59999</c:v>
                </c:pt>
                <c:pt idx="300">
                  <c:v>2.75</c:v>
                </c:pt>
                <c:pt idx="301">
                  <c:v>4.5</c:v>
                </c:pt>
                <c:pt idx="302">
                  <c:v>5.0</c:v>
                </c:pt>
                <c:pt idx="303">
                  <c:v>2.25</c:v>
                </c:pt>
                <c:pt idx="304">
                  <c:v>8.75</c:v>
                </c:pt>
                <c:pt idx="305">
                  <c:v>1.25</c:v>
                </c:pt>
                <c:pt idx="306">
                  <c:v>1.75</c:v>
                </c:pt>
                <c:pt idx="307">
                  <c:v>4.0</c:v>
                </c:pt>
                <c:pt idx="308">
                  <c:v>6.5</c:v>
                </c:pt>
                <c:pt idx="309">
                  <c:v>1.2</c:v>
                </c:pt>
                <c:pt idx="310">
                  <c:v>2.75</c:v>
                </c:pt>
                <c:pt idx="311">
                  <c:v>3.0</c:v>
                </c:pt>
                <c:pt idx="312">
                  <c:v>3.0</c:v>
                </c:pt>
                <c:pt idx="313">
                  <c:v>9.5</c:v>
                </c:pt>
                <c:pt idx="314">
                  <c:v>5.75</c:v>
                </c:pt>
                <c:pt idx="315">
                  <c:v>6.5</c:v>
                </c:pt>
                <c:pt idx="316">
                  <c:v>19.5</c:v>
                </c:pt>
                <c:pt idx="317">
                  <c:v>2.4</c:v>
                </c:pt>
                <c:pt idx="318">
                  <c:v>1.42</c:v>
                </c:pt>
                <c:pt idx="319">
                  <c:v>10.85</c:v>
                </c:pt>
                <c:pt idx="320">
                  <c:v>5.4</c:v>
                </c:pt>
                <c:pt idx="321">
                  <c:v>5.5</c:v>
                </c:pt>
                <c:pt idx="322">
                  <c:v>5.0</c:v>
                </c:pt>
                <c:pt idx="323">
                  <c:v>0.65</c:v>
                </c:pt>
                <c:pt idx="324">
                  <c:v>3.4</c:v>
                </c:pt>
                <c:pt idx="325">
                  <c:v>3.5</c:v>
                </c:pt>
                <c:pt idx="326">
                  <c:v>6.6</c:v>
                </c:pt>
                <c:pt idx="327">
                  <c:v>1.9</c:v>
                </c:pt>
                <c:pt idx="328">
                  <c:v>4.8</c:v>
                </c:pt>
                <c:pt idx="329">
                  <c:v>1.2</c:v>
                </c:pt>
                <c:pt idx="330">
                  <c:v>2.4</c:v>
                </c:pt>
                <c:pt idx="331">
                  <c:v>3.1</c:v>
                </c:pt>
                <c:pt idx="332">
                  <c:v>1.96</c:v>
                </c:pt>
                <c:pt idx="333">
                  <c:v>2.8</c:v>
                </c:pt>
                <c:pt idx="334">
                  <c:v>3.3</c:v>
                </c:pt>
                <c:pt idx="335">
                  <c:v>4.5</c:v>
                </c:pt>
                <c:pt idx="336">
                  <c:v>9.25</c:v>
                </c:pt>
                <c:pt idx="337">
                  <c:v>2.0</c:v>
                </c:pt>
                <c:pt idx="338">
                  <c:v>2.6</c:v>
                </c:pt>
                <c:pt idx="339">
                  <c:v>3.5</c:v>
                </c:pt>
                <c:pt idx="340">
                  <c:v>6.5</c:v>
                </c:pt>
                <c:pt idx="341">
                  <c:v>10.5</c:v>
                </c:pt>
                <c:pt idx="342">
                  <c:v>10.25</c:v>
                </c:pt>
                <c:pt idx="343">
                  <c:v>12.0</c:v>
                </c:pt>
                <c:pt idx="344">
                  <c:v>4.8</c:v>
                </c:pt>
                <c:pt idx="345">
                  <c:v>0.7</c:v>
                </c:pt>
                <c:pt idx="346">
                  <c:v>7.1</c:v>
                </c:pt>
                <c:pt idx="347">
                  <c:v>5.0</c:v>
                </c:pt>
                <c:pt idx="348">
                  <c:v>3.0</c:v>
                </c:pt>
                <c:pt idx="349">
                  <c:v>4.75</c:v>
                </c:pt>
                <c:pt idx="350">
                  <c:v>1.22</c:v>
                </c:pt>
                <c:pt idx="351">
                  <c:v>1.35</c:v>
                </c:pt>
                <c:pt idx="352">
                  <c:v>4.4</c:v>
                </c:pt>
                <c:pt idx="353">
                  <c:v>9.0</c:v>
                </c:pt>
                <c:pt idx="354">
                  <c:v>5.0</c:v>
                </c:pt>
                <c:pt idx="355">
                  <c:v>4.15</c:v>
                </c:pt>
                <c:pt idx="356">
                  <c:v>3.5</c:v>
                </c:pt>
                <c:pt idx="357">
                  <c:v>0.7</c:v>
                </c:pt>
                <c:pt idx="358">
                  <c:v>1.27</c:v>
                </c:pt>
                <c:pt idx="359">
                  <c:v>4.5</c:v>
                </c:pt>
                <c:pt idx="360">
                  <c:v>8.0</c:v>
                </c:pt>
                <c:pt idx="361">
                  <c:v>1.2</c:v>
                </c:pt>
                <c:pt idx="362">
                  <c:v>1.9</c:v>
                </c:pt>
                <c:pt idx="363">
                  <c:v>5.0</c:v>
                </c:pt>
                <c:pt idx="364">
                  <c:v>2.0</c:v>
                </c:pt>
                <c:pt idx="365">
                  <c:v>11.4</c:v>
                </c:pt>
                <c:pt idx="366">
                  <c:v>2.7</c:v>
                </c:pt>
                <c:pt idx="367">
                  <c:v>9.0</c:v>
                </c:pt>
                <c:pt idx="368">
                  <c:v>4.0</c:v>
                </c:pt>
                <c:pt idx="369">
                  <c:v>1.1</c:v>
                </c:pt>
                <c:pt idx="370">
                  <c:v>2.98</c:v>
                </c:pt>
                <c:pt idx="371">
                  <c:v>3.15</c:v>
                </c:pt>
                <c:pt idx="372">
                  <c:v>6.71</c:v>
                </c:pt>
                <c:pt idx="373">
                  <c:v>2.1</c:v>
                </c:pt>
                <c:pt idx="374">
                  <c:v>1.3</c:v>
                </c:pt>
                <c:pt idx="375">
                  <c:v>3.1</c:v>
                </c:pt>
                <c:pt idx="376">
                  <c:v>17.5</c:v>
                </c:pt>
                <c:pt idx="377">
                  <c:v>2.2</c:v>
                </c:pt>
                <c:pt idx="378">
                  <c:v>3.35</c:v>
                </c:pt>
                <c:pt idx="379">
                  <c:v>5.75</c:v>
                </c:pt>
                <c:pt idx="380">
                  <c:v>1.6</c:v>
                </c:pt>
                <c:pt idx="381">
                  <c:v>2.15</c:v>
                </c:pt>
                <c:pt idx="382">
                  <c:v>6.0</c:v>
                </c:pt>
                <c:pt idx="383">
                  <c:v>8.19999</c:v>
                </c:pt>
                <c:pt idx="384">
                  <c:v>0.4</c:v>
                </c:pt>
                <c:pt idx="385">
                  <c:v>2.91</c:v>
                </c:pt>
                <c:pt idx="386">
                  <c:v>0.45</c:v>
                </c:pt>
                <c:pt idx="387">
                  <c:v>1.11</c:v>
                </c:pt>
                <c:pt idx="388">
                  <c:v>1.2</c:v>
                </c:pt>
                <c:pt idx="389">
                  <c:v>4.34999</c:v>
                </c:pt>
                <c:pt idx="390">
                  <c:v>0.9</c:v>
                </c:pt>
                <c:pt idx="391">
                  <c:v>1.35</c:v>
                </c:pt>
                <c:pt idx="392">
                  <c:v>1.35</c:v>
                </c:pt>
                <c:pt idx="393">
                  <c:v>2.0</c:v>
                </c:pt>
                <c:pt idx="394">
                  <c:v>7.0</c:v>
                </c:pt>
                <c:pt idx="395">
                  <c:v>2.0</c:v>
                </c:pt>
                <c:pt idx="396">
                  <c:v>14.0</c:v>
                </c:pt>
                <c:pt idx="397">
                  <c:v>6.0</c:v>
                </c:pt>
                <c:pt idx="398">
                  <c:v>4.0</c:v>
                </c:pt>
                <c:pt idx="399">
                  <c:v>5.7</c:v>
                </c:pt>
                <c:pt idx="400">
                  <c:v>4.0</c:v>
                </c:pt>
                <c:pt idx="401">
                  <c:v>8.0</c:v>
                </c:pt>
                <c:pt idx="402">
                  <c:v>5.35</c:v>
                </c:pt>
                <c:pt idx="403">
                  <c:v>25.75</c:v>
                </c:pt>
                <c:pt idx="404">
                  <c:v>4.0</c:v>
                </c:pt>
                <c:pt idx="405">
                  <c:v>0.75</c:v>
                </c:pt>
                <c:pt idx="406">
                  <c:v>4.5</c:v>
                </c:pt>
                <c:pt idx="407">
                  <c:v>3.7</c:v>
                </c:pt>
                <c:pt idx="408">
                  <c:v>2.0</c:v>
                </c:pt>
                <c:pt idx="409">
                  <c:v>1.63</c:v>
                </c:pt>
                <c:pt idx="410">
                  <c:v>13.8</c:v>
                </c:pt>
                <c:pt idx="411">
                  <c:v>4.8</c:v>
                </c:pt>
                <c:pt idx="412">
                  <c:v>1.28</c:v>
                </c:pt>
                <c:pt idx="413">
                  <c:v>6.5</c:v>
                </c:pt>
                <c:pt idx="414">
                  <c:v>12.0</c:v>
                </c:pt>
                <c:pt idx="415">
                  <c:v>3.4</c:v>
                </c:pt>
                <c:pt idx="416">
                  <c:v>1.8</c:v>
                </c:pt>
                <c:pt idx="417">
                  <c:v>2.0</c:v>
                </c:pt>
                <c:pt idx="418">
                  <c:v>3.75</c:v>
                </c:pt>
                <c:pt idx="419">
                  <c:v>5.0</c:v>
                </c:pt>
                <c:pt idx="420">
                  <c:v>7.5</c:v>
                </c:pt>
                <c:pt idx="421">
                  <c:v>7.0</c:v>
                </c:pt>
                <c:pt idx="422">
                  <c:v>2.5</c:v>
                </c:pt>
                <c:pt idx="423">
                  <c:v>2.35</c:v>
                </c:pt>
                <c:pt idx="424">
                  <c:v>3.5</c:v>
                </c:pt>
                <c:pt idx="425">
                  <c:v>3.6</c:v>
                </c:pt>
                <c:pt idx="426">
                  <c:v>1.7</c:v>
                </c:pt>
                <c:pt idx="427">
                  <c:v>0.75</c:v>
                </c:pt>
                <c:pt idx="428">
                  <c:v>4.15</c:v>
                </c:pt>
                <c:pt idx="429">
                  <c:v>4.0</c:v>
                </c:pt>
                <c:pt idx="430">
                  <c:v>1.55</c:v>
                </c:pt>
                <c:pt idx="431">
                  <c:v>1.6</c:v>
                </c:pt>
                <c:pt idx="432">
                  <c:v>4.65</c:v>
                </c:pt>
                <c:pt idx="433">
                  <c:v>3.15</c:v>
                </c:pt>
                <c:pt idx="434">
                  <c:v>0.42</c:v>
                </c:pt>
                <c:pt idx="435">
                  <c:v>0.95</c:v>
                </c:pt>
                <c:pt idx="436">
                  <c:v>0.8</c:v>
                </c:pt>
                <c:pt idx="437">
                  <c:v>16.5</c:v>
                </c:pt>
                <c:pt idx="438">
                  <c:v>3.71</c:v>
                </c:pt>
                <c:pt idx="439">
                  <c:v>1.5</c:v>
                </c:pt>
                <c:pt idx="440">
                  <c:v>10.0</c:v>
                </c:pt>
                <c:pt idx="441">
                  <c:v>0.9</c:v>
                </c:pt>
                <c:pt idx="442">
                  <c:v>1.9</c:v>
                </c:pt>
                <c:pt idx="443">
                  <c:v>3.0</c:v>
                </c:pt>
                <c:pt idx="444">
                  <c:v>1.5</c:v>
                </c:pt>
                <c:pt idx="445">
                  <c:v>1.8</c:v>
                </c:pt>
                <c:pt idx="446">
                  <c:v>6.25</c:v>
                </c:pt>
                <c:pt idx="447">
                  <c:v>10.0</c:v>
                </c:pt>
                <c:pt idx="448">
                  <c:v>6.4</c:v>
                </c:pt>
                <c:pt idx="449">
                  <c:v>3.0</c:v>
                </c:pt>
                <c:pt idx="450">
                  <c:v>7.11</c:v>
                </c:pt>
                <c:pt idx="451">
                  <c:v>4.5</c:v>
                </c:pt>
                <c:pt idx="452">
                  <c:v>1.4</c:v>
                </c:pt>
                <c:pt idx="453">
                  <c:v>1.25</c:v>
                </c:pt>
                <c:pt idx="454">
                  <c:v>1.4</c:v>
                </c:pt>
                <c:pt idx="455">
                  <c:v>6.5</c:v>
                </c:pt>
                <c:pt idx="456">
                  <c:v>2.62</c:v>
                </c:pt>
                <c:pt idx="457">
                  <c:v>8.75</c:v>
                </c:pt>
                <c:pt idx="458">
                  <c:v>9.5</c:v>
                </c:pt>
                <c:pt idx="459">
                  <c:v>4.0</c:v>
                </c:pt>
                <c:pt idx="460">
                  <c:v>4.5</c:v>
                </c:pt>
                <c:pt idx="461">
                  <c:v>3.25</c:v>
                </c:pt>
                <c:pt idx="462">
                  <c:v>2.5</c:v>
                </c:pt>
                <c:pt idx="463">
                  <c:v>8.34</c:v>
                </c:pt>
                <c:pt idx="464">
                  <c:v>3.5</c:v>
                </c:pt>
                <c:pt idx="465">
                  <c:v>3.3</c:v>
                </c:pt>
                <c:pt idx="466">
                  <c:v>12.5</c:v>
                </c:pt>
                <c:pt idx="467">
                  <c:v>5.5</c:v>
                </c:pt>
                <c:pt idx="468">
                  <c:v>7.65</c:v>
                </c:pt>
                <c:pt idx="469">
                  <c:v>9.06</c:v>
                </c:pt>
                <c:pt idx="470">
                  <c:v>3.8</c:v>
                </c:pt>
                <c:pt idx="471">
                  <c:v>4.79</c:v>
                </c:pt>
                <c:pt idx="472">
                  <c:v>2.65</c:v>
                </c:pt>
                <c:pt idx="473">
                  <c:v>2.04999</c:v>
                </c:pt>
                <c:pt idx="474">
                  <c:v>2.25</c:v>
                </c:pt>
                <c:pt idx="475">
                  <c:v>2.35</c:v>
                </c:pt>
                <c:pt idx="476">
                  <c:v>8.75</c:v>
                </c:pt>
                <c:pt idx="477">
                  <c:v>5.5</c:v>
                </c:pt>
                <c:pt idx="478">
                  <c:v>2.2</c:v>
                </c:pt>
                <c:pt idx="479">
                  <c:v>5.5</c:v>
                </c:pt>
                <c:pt idx="480">
                  <c:v>7.0</c:v>
                </c:pt>
                <c:pt idx="481">
                  <c:v>1.1</c:v>
                </c:pt>
                <c:pt idx="482">
                  <c:v>5.5</c:v>
                </c:pt>
                <c:pt idx="483">
                  <c:v>3.2</c:v>
                </c:pt>
                <c:pt idx="484">
                  <c:v>3.9</c:v>
                </c:pt>
                <c:pt idx="485">
                  <c:v>5.09999</c:v>
                </c:pt>
                <c:pt idx="486">
                  <c:v>5.8</c:v>
                </c:pt>
                <c:pt idx="487">
                  <c:v>2.5</c:v>
                </c:pt>
                <c:pt idx="488">
                  <c:v>2.29999</c:v>
                </c:pt>
                <c:pt idx="489">
                  <c:v>4.8</c:v>
                </c:pt>
                <c:pt idx="490">
                  <c:v>6.1</c:v>
                </c:pt>
                <c:pt idx="491">
                  <c:v>7.5</c:v>
                </c:pt>
                <c:pt idx="492">
                  <c:v>5.5</c:v>
                </c:pt>
                <c:pt idx="493">
                  <c:v>5.5</c:v>
                </c:pt>
                <c:pt idx="494">
                  <c:v>2.5</c:v>
                </c:pt>
                <c:pt idx="495">
                  <c:v>2.4</c:v>
                </c:pt>
                <c:pt idx="496">
                  <c:v>5.8</c:v>
                </c:pt>
                <c:pt idx="497">
                  <c:v>9.78999</c:v>
                </c:pt>
                <c:pt idx="498">
                  <c:v>3.6</c:v>
                </c:pt>
                <c:pt idx="499">
                  <c:v>1.5</c:v>
                </c:pt>
                <c:pt idx="500">
                  <c:v>6.2</c:v>
                </c:pt>
                <c:pt idx="501">
                  <c:v>5.75</c:v>
                </c:pt>
                <c:pt idx="502">
                  <c:v>8.0</c:v>
                </c:pt>
                <c:pt idx="503">
                  <c:v>1.95</c:v>
                </c:pt>
                <c:pt idx="504">
                  <c:v>5.5</c:v>
                </c:pt>
                <c:pt idx="505">
                  <c:v>4.5</c:v>
                </c:pt>
                <c:pt idx="506">
                  <c:v>1.14999</c:v>
                </c:pt>
                <c:pt idx="507">
                  <c:v>6.85</c:v>
                </c:pt>
                <c:pt idx="508">
                  <c:v>8.0</c:v>
                </c:pt>
                <c:pt idx="509">
                  <c:v>2.2</c:v>
                </c:pt>
                <c:pt idx="510">
                  <c:v>4.5</c:v>
                </c:pt>
                <c:pt idx="511">
                  <c:v>2.5</c:v>
                </c:pt>
                <c:pt idx="512">
                  <c:v>1.5</c:v>
                </c:pt>
                <c:pt idx="513">
                  <c:v>2.45</c:v>
                </c:pt>
                <c:pt idx="514">
                  <c:v>7.0</c:v>
                </c:pt>
                <c:pt idx="515">
                  <c:v>1.5</c:v>
                </c:pt>
                <c:pt idx="516">
                  <c:v>1.05</c:v>
                </c:pt>
                <c:pt idx="517">
                  <c:v>4.0</c:v>
                </c:pt>
                <c:pt idx="518">
                  <c:v>6.3</c:v>
                </c:pt>
                <c:pt idx="519">
                  <c:v>2.45</c:v>
                </c:pt>
                <c:pt idx="520">
                  <c:v>4.0</c:v>
                </c:pt>
                <c:pt idx="521">
                  <c:v>4.7</c:v>
                </c:pt>
                <c:pt idx="522">
                  <c:v>7.2</c:v>
                </c:pt>
                <c:pt idx="523">
                  <c:v>5.09999</c:v>
                </c:pt>
                <c:pt idx="524">
                  <c:v>7.56</c:v>
                </c:pt>
                <c:pt idx="525">
                  <c:v>1.35</c:v>
                </c:pt>
                <c:pt idx="526">
                  <c:v>7.5</c:v>
                </c:pt>
                <c:pt idx="527">
                  <c:v>18.0</c:v>
                </c:pt>
                <c:pt idx="528">
                  <c:v>2.7</c:v>
                </c:pt>
                <c:pt idx="529">
                  <c:v>7.4</c:v>
                </c:pt>
                <c:pt idx="530">
                  <c:v>8.5</c:v>
                </c:pt>
                <c:pt idx="531">
                  <c:v>2.25</c:v>
                </c:pt>
                <c:pt idx="532">
                  <c:v>2.5</c:v>
                </c:pt>
                <c:pt idx="533">
                  <c:v>3.0</c:v>
                </c:pt>
                <c:pt idx="534">
                  <c:v>3.0</c:v>
                </c:pt>
                <c:pt idx="535">
                  <c:v>1.52</c:v>
                </c:pt>
                <c:pt idx="536">
                  <c:v>5.6</c:v>
                </c:pt>
                <c:pt idx="537">
                  <c:v>4.75</c:v>
                </c:pt>
                <c:pt idx="538">
                  <c:v>6.0</c:v>
                </c:pt>
                <c:pt idx="539">
                  <c:v>4.25</c:v>
                </c:pt>
                <c:pt idx="540">
                  <c:v>7.0</c:v>
                </c:pt>
                <c:pt idx="541">
                  <c:v>1.2</c:v>
                </c:pt>
                <c:pt idx="542">
                  <c:v>0.8</c:v>
                </c:pt>
                <c:pt idx="543">
                  <c:v>2.2</c:v>
                </c:pt>
                <c:pt idx="544">
                  <c:v>6.0</c:v>
                </c:pt>
                <c:pt idx="545">
                  <c:v>6.75</c:v>
                </c:pt>
                <c:pt idx="546">
                  <c:v>3.5</c:v>
                </c:pt>
                <c:pt idx="547">
                  <c:v>2.35</c:v>
                </c:pt>
                <c:pt idx="548">
                  <c:v>5.3</c:v>
                </c:pt>
                <c:pt idx="549">
                  <c:v>3.2</c:v>
                </c:pt>
                <c:pt idx="550">
                  <c:v>6.75</c:v>
                </c:pt>
                <c:pt idx="551">
                  <c:v>4.0</c:v>
                </c:pt>
                <c:pt idx="552">
                  <c:v>9.0</c:v>
                </c:pt>
                <c:pt idx="553">
                  <c:v>2.1</c:v>
                </c:pt>
                <c:pt idx="554">
                  <c:v>6.0</c:v>
                </c:pt>
                <c:pt idx="555">
                  <c:v>2.1</c:v>
                </c:pt>
                <c:pt idx="556">
                  <c:v>4.0</c:v>
                </c:pt>
                <c:pt idx="557">
                  <c:v>9.0</c:v>
                </c:pt>
                <c:pt idx="558">
                  <c:v>6.0</c:v>
                </c:pt>
                <c:pt idx="559">
                  <c:v>3.0</c:v>
                </c:pt>
                <c:pt idx="560">
                  <c:v>4.0</c:v>
                </c:pt>
                <c:pt idx="561">
                  <c:v>1.5</c:v>
                </c:pt>
                <c:pt idx="562">
                  <c:v>5.5</c:v>
                </c:pt>
                <c:pt idx="563">
                  <c:v>3.16</c:v>
                </c:pt>
                <c:pt idx="564">
                  <c:v>4.25</c:v>
                </c:pt>
                <c:pt idx="565">
                  <c:v>4.0</c:v>
                </c:pt>
                <c:pt idx="566">
                  <c:v>1.8</c:v>
                </c:pt>
                <c:pt idx="567">
                  <c:v>17.5</c:v>
                </c:pt>
                <c:pt idx="568">
                  <c:v>7.0</c:v>
                </c:pt>
                <c:pt idx="569">
                  <c:v>4.59999</c:v>
                </c:pt>
                <c:pt idx="570">
                  <c:v>1.2</c:v>
                </c:pt>
                <c:pt idx="571">
                  <c:v>5.5</c:v>
                </c:pt>
                <c:pt idx="572">
                  <c:v>4.5</c:v>
                </c:pt>
                <c:pt idx="573">
                  <c:v>58.3</c:v>
                </c:pt>
                <c:pt idx="574">
                  <c:v>1.35</c:v>
                </c:pt>
                <c:pt idx="575">
                  <c:v>9.0</c:v>
                </c:pt>
                <c:pt idx="576">
                  <c:v>4.3</c:v>
                </c:pt>
                <c:pt idx="577">
                  <c:v>4.7</c:v>
                </c:pt>
                <c:pt idx="578">
                  <c:v>1.3</c:v>
                </c:pt>
                <c:pt idx="579">
                  <c:v>2.9</c:v>
                </c:pt>
                <c:pt idx="580">
                  <c:v>5.35</c:v>
                </c:pt>
                <c:pt idx="581">
                  <c:v>1.65</c:v>
                </c:pt>
                <c:pt idx="582">
                  <c:v>0.85</c:v>
                </c:pt>
                <c:pt idx="583">
                  <c:v>5.75</c:v>
                </c:pt>
                <c:pt idx="584">
                  <c:v>4.2</c:v>
                </c:pt>
                <c:pt idx="585">
                  <c:v>8.5</c:v>
                </c:pt>
                <c:pt idx="586">
                  <c:v>3.5</c:v>
                </c:pt>
                <c:pt idx="587">
                  <c:v>3.2</c:v>
                </c:pt>
                <c:pt idx="588">
                  <c:v>8.0</c:v>
                </c:pt>
                <c:pt idx="589">
                  <c:v>8.4</c:v>
                </c:pt>
                <c:pt idx="590">
                  <c:v>5.0</c:v>
                </c:pt>
                <c:pt idx="591">
                  <c:v>1.25</c:v>
                </c:pt>
                <c:pt idx="592">
                  <c:v>9.75</c:v>
                </c:pt>
                <c:pt idx="593">
                  <c:v>1.4</c:v>
                </c:pt>
                <c:pt idx="594">
                  <c:v>5.5</c:v>
                </c:pt>
                <c:pt idx="595">
                  <c:v>0.31</c:v>
                </c:pt>
                <c:pt idx="596">
                  <c:v>10.19999</c:v>
                </c:pt>
                <c:pt idx="597">
                  <c:v>4.2</c:v>
                </c:pt>
                <c:pt idx="598">
                  <c:v>5.15</c:v>
                </c:pt>
                <c:pt idx="599">
                  <c:v>3.6</c:v>
                </c:pt>
                <c:pt idx="600">
                  <c:v>5.25</c:v>
                </c:pt>
                <c:pt idx="601">
                  <c:v>1.0</c:v>
                </c:pt>
                <c:pt idx="602">
                  <c:v>1.85</c:v>
                </c:pt>
                <c:pt idx="603">
                  <c:v>1.7</c:v>
                </c:pt>
                <c:pt idx="604">
                  <c:v>19.38</c:v>
                </c:pt>
                <c:pt idx="605">
                  <c:v>3.16</c:v>
                </c:pt>
                <c:pt idx="606">
                  <c:v>2.29999</c:v>
                </c:pt>
                <c:pt idx="607">
                  <c:v>6.0</c:v>
                </c:pt>
                <c:pt idx="608">
                  <c:v>4.5</c:v>
                </c:pt>
                <c:pt idx="609">
                  <c:v>4.75</c:v>
                </c:pt>
                <c:pt idx="610">
                  <c:v>3.4</c:v>
                </c:pt>
                <c:pt idx="611">
                  <c:v>14.9</c:v>
                </c:pt>
                <c:pt idx="612">
                  <c:v>8.1</c:v>
                </c:pt>
                <c:pt idx="613">
                  <c:v>1.8</c:v>
                </c:pt>
                <c:pt idx="614">
                  <c:v>2.4</c:v>
                </c:pt>
                <c:pt idx="615">
                  <c:v>0.6</c:v>
                </c:pt>
                <c:pt idx="616">
                  <c:v>8.1</c:v>
                </c:pt>
                <c:pt idx="617">
                  <c:v>6.25</c:v>
                </c:pt>
                <c:pt idx="618">
                  <c:v>5.25</c:v>
                </c:pt>
                <c:pt idx="619">
                  <c:v>6.5</c:v>
                </c:pt>
                <c:pt idx="620">
                  <c:v>4.45</c:v>
                </c:pt>
                <c:pt idx="621">
                  <c:v>6.9</c:v>
                </c:pt>
                <c:pt idx="622">
                  <c:v>4.59999</c:v>
                </c:pt>
                <c:pt idx="623">
                  <c:v>4.8</c:v>
                </c:pt>
                <c:pt idx="624">
                  <c:v>8.0</c:v>
                </c:pt>
                <c:pt idx="625">
                  <c:v>2.1</c:v>
                </c:pt>
                <c:pt idx="626">
                  <c:v>8.5</c:v>
                </c:pt>
                <c:pt idx="627">
                  <c:v>1.7</c:v>
                </c:pt>
                <c:pt idx="628">
                  <c:v>2.9</c:v>
                </c:pt>
                <c:pt idx="629">
                  <c:v>4.0</c:v>
                </c:pt>
                <c:pt idx="630">
                  <c:v>2.0</c:v>
                </c:pt>
                <c:pt idx="631">
                  <c:v>0.9</c:v>
                </c:pt>
                <c:pt idx="632">
                  <c:v>6.25</c:v>
                </c:pt>
                <c:pt idx="633">
                  <c:v>0.46</c:v>
                </c:pt>
                <c:pt idx="634">
                  <c:v>2.2</c:v>
                </c:pt>
                <c:pt idx="635">
                  <c:v>5.5</c:v>
                </c:pt>
                <c:pt idx="636">
                  <c:v>1.5</c:v>
                </c:pt>
                <c:pt idx="637">
                  <c:v>3.8</c:v>
                </c:pt>
                <c:pt idx="638">
                  <c:v>3.5</c:v>
                </c:pt>
                <c:pt idx="639">
                  <c:v>1.8</c:v>
                </c:pt>
                <c:pt idx="640">
                  <c:v>55.0</c:v>
                </c:pt>
                <c:pt idx="641">
                  <c:v>7.5</c:v>
                </c:pt>
                <c:pt idx="642">
                  <c:v>6.15</c:v>
                </c:pt>
                <c:pt idx="643">
                  <c:v>7.0</c:v>
                </c:pt>
                <c:pt idx="644">
                  <c:v>7.35</c:v>
                </c:pt>
                <c:pt idx="645">
                  <c:v>2.25</c:v>
                </c:pt>
                <c:pt idx="646">
                  <c:v>3.35</c:v>
                </c:pt>
                <c:pt idx="647">
                  <c:v>9.25</c:v>
                </c:pt>
                <c:pt idx="648">
                  <c:v>1.7</c:v>
                </c:pt>
                <c:pt idx="649">
                  <c:v>0.83</c:v>
                </c:pt>
                <c:pt idx="650">
                  <c:v>5.0</c:v>
                </c:pt>
                <c:pt idx="651">
                  <c:v>0.8</c:v>
                </c:pt>
                <c:pt idx="652">
                  <c:v>8.5</c:v>
                </c:pt>
                <c:pt idx="653">
                  <c:v>4.88</c:v>
                </c:pt>
                <c:pt idx="654">
                  <c:v>3.25</c:v>
                </c:pt>
                <c:pt idx="655">
                  <c:v>2.0</c:v>
                </c:pt>
                <c:pt idx="656">
                  <c:v>7.25</c:v>
                </c:pt>
                <c:pt idx="657">
                  <c:v>1.9</c:v>
                </c:pt>
                <c:pt idx="658">
                  <c:v>1.7</c:v>
                </c:pt>
                <c:pt idx="659">
                  <c:v>5.6</c:v>
                </c:pt>
                <c:pt idx="660">
                  <c:v>7.0</c:v>
                </c:pt>
                <c:pt idx="661">
                  <c:v>5.0</c:v>
                </c:pt>
                <c:pt idx="662">
                  <c:v>5.75</c:v>
                </c:pt>
                <c:pt idx="663">
                  <c:v>1.55</c:v>
                </c:pt>
                <c:pt idx="664">
                  <c:v>3.65</c:v>
                </c:pt>
                <c:pt idx="665">
                  <c:v>4.0</c:v>
                </c:pt>
                <c:pt idx="666">
                  <c:v>12.5</c:v>
                </c:pt>
                <c:pt idx="667">
                  <c:v>2.0</c:v>
                </c:pt>
                <c:pt idx="668">
                  <c:v>7.0</c:v>
                </c:pt>
                <c:pt idx="669">
                  <c:v>0.75</c:v>
                </c:pt>
                <c:pt idx="670">
                  <c:v>3.3</c:v>
                </c:pt>
                <c:pt idx="671">
                  <c:v>5.55</c:v>
                </c:pt>
                <c:pt idx="672">
                  <c:v>6.1</c:v>
                </c:pt>
                <c:pt idx="673">
                  <c:v>5.5</c:v>
                </c:pt>
                <c:pt idx="674">
                  <c:v>5.45</c:v>
                </c:pt>
                <c:pt idx="675">
                  <c:v>0.56</c:v>
                </c:pt>
                <c:pt idx="676">
                  <c:v>5.5</c:v>
                </c:pt>
                <c:pt idx="677">
                  <c:v>2.9</c:v>
                </c:pt>
                <c:pt idx="678">
                  <c:v>2.36</c:v>
                </c:pt>
                <c:pt idx="679">
                  <c:v>3.5</c:v>
                </c:pt>
                <c:pt idx="680">
                  <c:v>0.55</c:v>
                </c:pt>
                <c:pt idx="681">
                  <c:v>11.5</c:v>
                </c:pt>
                <c:pt idx="682">
                  <c:v>1.2</c:v>
                </c:pt>
                <c:pt idx="683">
                  <c:v>2.0</c:v>
                </c:pt>
                <c:pt idx="684">
                  <c:v>2.4</c:v>
                </c:pt>
                <c:pt idx="685">
                  <c:v>5.09999</c:v>
                </c:pt>
                <c:pt idx="686">
                  <c:v>3.9</c:v>
                </c:pt>
                <c:pt idx="687">
                  <c:v>2.0</c:v>
                </c:pt>
                <c:pt idx="688">
                  <c:v>6.25</c:v>
                </c:pt>
                <c:pt idx="689">
                  <c:v>6.81</c:v>
                </c:pt>
                <c:pt idx="690">
                  <c:v>17.5</c:v>
                </c:pt>
                <c:pt idx="691">
                  <c:v>2.76</c:v>
                </c:pt>
                <c:pt idx="692">
                  <c:v>7.11</c:v>
                </c:pt>
                <c:pt idx="693">
                  <c:v>1.85</c:v>
                </c:pt>
                <c:pt idx="694">
                  <c:v>7.75</c:v>
                </c:pt>
                <c:pt idx="695">
                  <c:v>0.45</c:v>
                </c:pt>
                <c:pt idx="696">
                  <c:v>2.1</c:v>
                </c:pt>
                <c:pt idx="697">
                  <c:v>23.0</c:v>
                </c:pt>
                <c:pt idx="698">
                  <c:v>4.75</c:v>
                </c:pt>
                <c:pt idx="699">
                  <c:v>5.45</c:v>
                </c:pt>
                <c:pt idx="700">
                  <c:v>1.8</c:v>
                </c:pt>
                <c:pt idx="701">
                  <c:v>2.5</c:v>
                </c:pt>
                <c:pt idx="702">
                  <c:v>3.8</c:v>
                </c:pt>
                <c:pt idx="703">
                  <c:v>6.35</c:v>
                </c:pt>
                <c:pt idx="704">
                  <c:v>7.5</c:v>
                </c:pt>
                <c:pt idx="705">
                  <c:v>3.4</c:v>
                </c:pt>
                <c:pt idx="706">
                  <c:v>6.75</c:v>
                </c:pt>
                <c:pt idx="707">
                  <c:v>5.25</c:v>
                </c:pt>
                <c:pt idx="708">
                  <c:v>4.5</c:v>
                </c:pt>
                <c:pt idx="709">
                  <c:v>4.9</c:v>
                </c:pt>
                <c:pt idx="710">
                  <c:v>4.45</c:v>
                </c:pt>
                <c:pt idx="711">
                  <c:v>3.5</c:v>
                </c:pt>
                <c:pt idx="712">
                  <c:v>3.2</c:v>
                </c:pt>
                <c:pt idx="713">
                  <c:v>4.72</c:v>
                </c:pt>
                <c:pt idx="714">
                  <c:v>1.5</c:v>
                </c:pt>
                <c:pt idx="715">
                  <c:v>5.4</c:v>
                </c:pt>
                <c:pt idx="716">
                  <c:v>5.65</c:v>
                </c:pt>
                <c:pt idx="717">
                  <c:v>3.0</c:v>
                </c:pt>
                <c:pt idx="718">
                  <c:v>7.0</c:v>
                </c:pt>
                <c:pt idx="719">
                  <c:v>31.0</c:v>
                </c:pt>
                <c:pt idx="720">
                  <c:v>8.5</c:v>
                </c:pt>
                <c:pt idx="721">
                  <c:v>3.2</c:v>
                </c:pt>
                <c:pt idx="722">
                  <c:v>1.8</c:v>
                </c:pt>
                <c:pt idx="723">
                  <c:v>0.8</c:v>
                </c:pt>
                <c:pt idx="724">
                  <c:v>9.25</c:v>
                </c:pt>
                <c:pt idx="725">
                  <c:v>3.6</c:v>
                </c:pt>
                <c:pt idx="726">
                  <c:v>9.25</c:v>
                </c:pt>
                <c:pt idx="727">
                  <c:v>3.65</c:v>
                </c:pt>
                <c:pt idx="728">
                  <c:v>6.0</c:v>
                </c:pt>
                <c:pt idx="729">
                  <c:v>3.2</c:v>
                </c:pt>
                <c:pt idx="730">
                  <c:v>1.55</c:v>
                </c:pt>
                <c:pt idx="731">
                  <c:v>4.0</c:v>
                </c:pt>
                <c:pt idx="732">
                  <c:v>2.06</c:v>
                </c:pt>
                <c:pt idx="733">
                  <c:v>6.15</c:v>
                </c:pt>
                <c:pt idx="734">
                  <c:v>7.0</c:v>
                </c:pt>
                <c:pt idx="735">
                  <c:v>3.2</c:v>
                </c:pt>
                <c:pt idx="736">
                  <c:v>4.5</c:v>
                </c:pt>
                <c:pt idx="737">
                  <c:v>3.1</c:v>
                </c:pt>
                <c:pt idx="738">
                  <c:v>5.8</c:v>
                </c:pt>
                <c:pt idx="739">
                  <c:v>4.55</c:v>
                </c:pt>
                <c:pt idx="740">
                  <c:v>3.3</c:v>
                </c:pt>
                <c:pt idx="741">
                  <c:v>5.6</c:v>
                </c:pt>
                <c:pt idx="742">
                  <c:v>2.29999</c:v>
                </c:pt>
                <c:pt idx="743">
                  <c:v>13.5</c:v>
                </c:pt>
                <c:pt idx="744">
                  <c:v>2.2</c:v>
                </c:pt>
                <c:pt idx="745">
                  <c:v>4.0</c:v>
                </c:pt>
                <c:pt idx="746">
                  <c:v>4.0</c:v>
                </c:pt>
                <c:pt idx="747">
                  <c:v>3.0</c:v>
                </c:pt>
                <c:pt idx="748">
                  <c:v>6.0</c:v>
                </c:pt>
                <c:pt idx="749">
                  <c:v>10.0</c:v>
                </c:pt>
                <c:pt idx="750">
                  <c:v>1.2</c:v>
                </c:pt>
                <c:pt idx="751">
                  <c:v>4.25</c:v>
                </c:pt>
                <c:pt idx="752">
                  <c:v>11.32</c:v>
                </c:pt>
                <c:pt idx="753">
                  <c:v>6.25</c:v>
                </c:pt>
                <c:pt idx="754">
                  <c:v>2.95</c:v>
                </c:pt>
                <c:pt idx="755">
                  <c:v>4.15</c:v>
                </c:pt>
                <c:pt idx="756">
                  <c:v>5.9</c:v>
                </c:pt>
                <c:pt idx="757">
                  <c:v>1.4</c:v>
                </c:pt>
                <c:pt idx="758">
                  <c:v>5.25</c:v>
                </c:pt>
                <c:pt idx="759">
                  <c:v>5.0</c:v>
                </c:pt>
                <c:pt idx="760">
                  <c:v>5.8</c:v>
                </c:pt>
                <c:pt idx="761">
                  <c:v>5.91</c:v>
                </c:pt>
                <c:pt idx="762">
                  <c:v>8.0</c:v>
                </c:pt>
                <c:pt idx="763">
                  <c:v>1.5</c:v>
                </c:pt>
                <c:pt idx="764">
                  <c:v>2.5</c:v>
                </c:pt>
                <c:pt idx="765">
                  <c:v>2.0</c:v>
                </c:pt>
                <c:pt idx="766">
                  <c:v>16.25</c:v>
                </c:pt>
                <c:pt idx="767">
                  <c:v>9.0</c:v>
                </c:pt>
                <c:pt idx="768">
                  <c:v>0.75</c:v>
                </c:pt>
                <c:pt idx="769">
                  <c:v>2.79</c:v>
                </c:pt>
                <c:pt idx="770">
                  <c:v>5.7</c:v>
                </c:pt>
                <c:pt idx="771">
                  <c:v>3.5</c:v>
                </c:pt>
                <c:pt idx="772">
                  <c:v>5.75</c:v>
                </c:pt>
                <c:pt idx="773">
                  <c:v>2.1</c:v>
                </c:pt>
                <c:pt idx="774">
                  <c:v>3.12</c:v>
                </c:pt>
                <c:pt idx="775">
                  <c:v>2.2</c:v>
                </c:pt>
                <c:pt idx="776">
                  <c:v>4.0</c:v>
                </c:pt>
                <c:pt idx="777">
                  <c:v>1.2</c:v>
                </c:pt>
                <c:pt idx="778">
                  <c:v>4.25</c:v>
                </c:pt>
                <c:pt idx="779">
                  <c:v>12.37</c:v>
                </c:pt>
                <c:pt idx="780">
                  <c:v>5.99</c:v>
                </c:pt>
                <c:pt idx="781">
                  <c:v>2.0</c:v>
                </c:pt>
                <c:pt idx="782">
                  <c:v>2.0</c:v>
                </c:pt>
                <c:pt idx="783">
                  <c:v>0.5</c:v>
                </c:pt>
                <c:pt idx="784">
                  <c:v>1.0</c:v>
                </c:pt>
                <c:pt idx="785">
                  <c:v>1.75</c:v>
                </c:pt>
                <c:pt idx="786">
                  <c:v>1.3</c:v>
                </c:pt>
                <c:pt idx="787">
                  <c:v>2.75</c:v>
                </c:pt>
                <c:pt idx="788">
                  <c:v>2.95</c:v>
                </c:pt>
                <c:pt idx="789">
                  <c:v>21.75</c:v>
                </c:pt>
                <c:pt idx="790">
                  <c:v>5.5</c:v>
                </c:pt>
                <c:pt idx="791">
                  <c:v>1.2</c:v>
                </c:pt>
                <c:pt idx="792">
                  <c:v>3.25</c:v>
                </c:pt>
                <c:pt idx="793">
                  <c:v>4.3</c:v>
                </c:pt>
                <c:pt idx="794">
                  <c:v>3.25</c:v>
                </c:pt>
                <c:pt idx="795">
                  <c:v>5.21</c:v>
                </c:pt>
                <c:pt idx="796">
                  <c:v>0.5</c:v>
                </c:pt>
                <c:pt idx="797">
                  <c:v>4.5</c:v>
                </c:pt>
                <c:pt idx="798">
                  <c:v>6.31</c:v>
                </c:pt>
                <c:pt idx="799">
                  <c:v>10.0</c:v>
                </c:pt>
                <c:pt idx="800">
                  <c:v>1.2</c:v>
                </c:pt>
                <c:pt idx="801">
                  <c:v>1.52</c:v>
                </c:pt>
                <c:pt idx="802">
                  <c:v>9.3</c:v>
                </c:pt>
                <c:pt idx="803">
                  <c:v>3.4</c:v>
                </c:pt>
                <c:pt idx="804">
                  <c:v>20.0</c:v>
                </c:pt>
                <c:pt idx="805">
                  <c:v>3.0</c:v>
                </c:pt>
                <c:pt idx="806">
                  <c:v>4.09999</c:v>
                </c:pt>
                <c:pt idx="807">
                  <c:v>4.9</c:v>
                </c:pt>
                <c:pt idx="808">
                  <c:v>3.39</c:v>
                </c:pt>
                <c:pt idx="809">
                  <c:v>7.2</c:v>
                </c:pt>
                <c:pt idx="810">
                  <c:v>4.0</c:v>
                </c:pt>
                <c:pt idx="811">
                  <c:v>5.61</c:v>
                </c:pt>
                <c:pt idx="812">
                  <c:v>2.7</c:v>
                </c:pt>
                <c:pt idx="813">
                  <c:v>4.5</c:v>
                </c:pt>
                <c:pt idx="814">
                  <c:v>11.5</c:v>
                </c:pt>
                <c:pt idx="815">
                  <c:v>5.0</c:v>
                </c:pt>
                <c:pt idx="816">
                  <c:v>7.0</c:v>
                </c:pt>
                <c:pt idx="817">
                  <c:v>7.5</c:v>
                </c:pt>
                <c:pt idx="818">
                  <c:v>7.75</c:v>
                </c:pt>
                <c:pt idx="819">
                  <c:v>5.9</c:v>
                </c:pt>
                <c:pt idx="820">
                  <c:v>1.75</c:v>
                </c:pt>
                <c:pt idx="821">
                  <c:v>1.45</c:v>
                </c:pt>
                <c:pt idx="822">
                  <c:v>1.1</c:v>
                </c:pt>
                <c:pt idx="823">
                  <c:v>7.0</c:v>
                </c:pt>
                <c:pt idx="824">
                  <c:v>6.6</c:v>
                </c:pt>
                <c:pt idx="825">
                  <c:v>3.5</c:v>
                </c:pt>
                <c:pt idx="826">
                  <c:v>55.0</c:v>
                </c:pt>
                <c:pt idx="827">
                  <c:v>5.5</c:v>
                </c:pt>
                <c:pt idx="828">
                  <c:v>2.54999</c:v>
                </c:pt>
                <c:pt idx="829">
                  <c:v>6.2</c:v>
                </c:pt>
                <c:pt idx="830">
                  <c:v>6.5</c:v>
                </c:pt>
                <c:pt idx="831">
                  <c:v>3.75</c:v>
                </c:pt>
                <c:pt idx="832">
                  <c:v>2.1</c:v>
                </c:pt>
                <c:pt idx="833">
                  <c:v>7.5</c:v>
                </c:pt>
                <c:pt idx="834">
                  <c:v>4.0</c:v>
                </c:pt>
                <c:pt idx="835">
                  <c:v>5.5</c:v>
                </c:pt>
                <c:pt idx="836">
                  <c:v>1.8</c:v>
                </c:pt>
                <c:pt idx="837">
                  <c:v>3.5</c:v>
                </c:pt>
                <c:pt idx="838">
                  <c:v>1.4</c:v>
                </c:pt>
                <c:pt idx="839">
                  <c:v>9.0</c:v>
                </c:pt>
                <c:pt idx="840">
                  <c:v>3.7</c:v>
                </c:pt>
                <c:pt idx="841">
                  <c:v>4.45</c:v>
                </c:pt>
                <c:pt idx="842">
                  <c:v>8.66</c:v>
                </c:pt>
                <c:pt idx="843">
                  <c:v>2.25</c:v>
                </c:pt>
                <c:pt idx="844">
                  <c:v>2.65</c:v>
                </c:pt>
                <c:pt idx="845">
                  <c:v>2.9</c:v>
                </c:pt>
                <c:pt idx="846">
                  <c:v>6.0</c:v>
                </c:pt>
                <c:pt idx="847">
                  <c:v>5.0</c:v>
                </c:pt>
                <c:pt idx="848">
                  <c:v>4.0</c:v>
                </c:pt>
                <c:pt idx="849">
                  <c:v>20.0</c:v>
                </c:pt>
                <c:pt idx="850">
                  <c:v>2.9</c:v>
                </c:pt>
                <c:pt idx="851">
                  <c:v>10.25</c:v>
                </c:pt>
                <c:pt idx="852">
                  <c:v>10.0</c:v>
                </c:pt>
                <c:pt idx="853">
                  <c:v>7.0</c:v>
                </c:pt>
                <c:pt idx="854">
                  <c:v>2.4</c:v>
                </c:pt>
                <c:pt idx="855">
                  <c:v>0.7</c:v>
                </c:pt>
                <c:pt idx="856">
                  <c:v>6.35</c:v>
                </c:pt>
                <c:pt idx="857">
                  <c:v>1.7</c:v>
                </c:pt>
                <c:pt idx="858">
                  <c:v>3.3</c:v>
                </c:pt>
                <c:pt idx="859">
                  <c:v>9.0</c:v>
                </c:pt>
                <c:pt idx="860">
                  <c:v>6.0</c:v>
                </c:pt>
                <c:pt idx="861">
                  <c:v>8.35</c:v>
                </c:pt>
                <c:pt idx="862">
                  <c:v>0.5</c:v>
                </c:pt>
                <c:pt idx="863">
                  <c:v>5.0</c:v>
                </c:pt>
                <c:pt idx="864">
                  <c:v>3.5</c:v>
                </c:pt>
                <c:pt idx="865">
                  <c:v>4.8</c:v>
                </c:pt>
                <c:pt idx="866">
                  <c:v>2.7</c:v>
                </c:pt>
                <c:pt idx="867">
                  <c:v>7.15</c:v>
                </c:pt>
                <c:pt idx="868">
                  <c:v>5.3</c:v>
                </c:pt>
                <c:pt idx="869">
                  <c:v>1.25</c:v>
                </c:pt>
                <c:pt idx="870">
                  <c:v>5.4</c:v>
                </c:pt>
                <c:pt idx="871">
                  <c:v>3.6</c:v>
                </c:pt>
                <c:pt idx="872">
                  <c:v>6.5</c:v>
                </c:pt>
                <c:pt idx="873">
                  <c:v>2.0</c:v>
                </c:pt>
                <c:pt idx="874">
                  <c:v>2.35</c:v>
                </c:pt>
                <c:pt idx="875">
                  <c:v>6.67</c:v>
                </c:pt>
                <c:pt idx="876">
                  <c:v>1.5</c:v>
                </c:pt>
                <c:pt idx="877">
                  <c:v>17.0</c:v>
                </c:pt>
                <c:pt idx="878">
                  <c:v>0.81</c:v>
                </c:pt>
                <c:pt idx="879">
                  <c:v>6.4</c:v>
                </c:pt>
                <c:pt idx="880">
                  <c:v>6.5</c:v>
                </c:pt>
                <c:pt idx="881">
                  <c:v>4.4</c:v>
                </c:pt>
                <c:pt idx="882">
                  <c:v>5.0</c:v>
                </c:pt>
                <c:pt idx="883">
                  <c:v>4.75</c:v>
                </c:pt>
                <c:pt idx="884">
                  <c:v>6.0</c:v>
                </c:pt>
                <c:pt idx="885">
                  <c:v>2.75</c:v>
                </c:pt>
                <c:pt idx="886">
                  <c:v>4.3</c:v>
                </c:pt>
                <c:pt idx="887">
                  <c:v>4.2</c:v>
                </c:pt>
                <c:pt idx="888">
                  <c:v>3.7</c:v>
                </c:pt>
                <c:pt idx="889">
                  <c:v>4.0</c:v>
                </c:pt>
                <c:pt idx="890">
                  <c:v>1.0</c:v>
                </c:pt>
                <c:pt idx="891">
                  <c:v>7.0</c:v>
                </c:pt>
                <c:pt idx="892">
                  <c:v>3.5</c:v>
                </c:pt>
                <c:pt idx="893">
                  <c:v>3.5</c:v>
                </c:pt>
                <c:pt idx="894">
                  <c:v>5.0</c:v>
                </c:pt>
                <c:pt idx="895">
                  <c:v>5.4</c:v>
                </c:pt>
                <c:pt idx="896">
                  <c:v>2.77</c:v>
                </c:pt>
                <c:pt idx="897">
                  <c:v>2.25</c:v>
                </c:pt>
                <c:pt idx="898">
                  <c:v>2.95</c:v>
                </c:pt>
                <c:pt idx="899">
                  <c:v>1.7</c:v>
                </c:pt>
                <c:pt idx="900">
                  <c:v>7.5</c:v>
                </c:pt>
                <c:pt idx="901">
                  <c:v>5.5</c:v>
                </c:pt>
                <c:pt idx="902">
                  <c:v>2.50999</c:v>
                </c:pt>
                <c:pt idx="903">
                  <c:v>2.2</c:v>
                </c:pt>
                <c:pt idx="904">
                  <c:v>2.2</c:v>
                </c:pt>
                <c:pt idx="905">
                  <c:v>4.5</c:v>
                </c:pt>
                <c:pt idx="906">
                  <c:v>11.0</c:v>
                </c:pt>
                <c:pt idx="907">
                  <c:v>2.5</c:v>
                </c:pt>
                <c:pt idx="908">
                  <c:v>7.5</c:v>
                </c:pt>
                <c:pt idx="909">
                  <c:v>4.34</c:v>
                </c:pt>
                <c:pt idx="910">
                  <c:v>0.75</c:v>
                </c:pt>
                <c:pt idx="911">
                  <c:v>5.0</c:v>
                </c:pt>
                <c:pt idx="912">
                  <c:v>5.5</c:v>
                </c:pt>
                <c:pt idx="913">
                  <c:v>8.0</c:v>
                </c:pt>
                <c:pt idx="914">
                  <c:v>6.0</c:v>
                </c:pt>
                <c:pt idx="915">
                  <c:v>3.85</c:v>
                </c:pt>
                <c:pt idx="916">
                  <c:v>1.5</c:v>
                </c:pt>
                <c:pt idx="917">
                  <c:v>3.72</c:v>
                </c:pt>
                <c:pt idx="918">
                  <c:v>15.0</c:v>
                </c:pt>
                <c:pt idx="919">
                  <c:v>6.0</c:v>
                </c:pt>
                <c:pt idx="920">
                  <c:v>4.84999</c:v>
                </c:pt>
                <c:pt idx="921">
                  <c:v>5.85</c:v>
                </c:pt>
                <c:pt idx="922">
                  <c:v>6.5</c:v>
                </c:pt>
                <c:pt idx="923">
                  <c:v>4.0</c:v>
                </c:pt>
                <c:pt idx="924">
                  <c:v>4.75</c:v>
                </c:pt>
                <c:pt idx="925">
                  <c:v>1.7</c:v>
                </c:pt>
                <c:pt idx="926">
                  <c:v>8.0</c:v>
                </c:pt>
                <c:pt idx="927">
                  <c:v>2.15</c:v>
                </c:pt>
                <c:pt idx="928">
                  <c:v>6.0</c:v>
                </c:pt>
                <c:pt idx="929">
                  <c:v>9.8</c:v>
                </c:pt>
                <c:pt idx="930">
                  <c:v>3.7</c:v>
                </c:pt>
                <c:pt idx="931">
                  <c:v>4.0</c:v>
                </c:pt>
                <c:pt idx="932">
                  <c:v>3.5</c:v>
                </c:pt>
                <c:pt idx="933">
                  <c:v>4.95</c:v>
                </c:pt>
                <c:pt idx="934">
                  <c:v>1.95</c:v>
                </c:pt>
                <c:pt idx="935">
                  <c:v>3.8</c:v>
                </c:pt>
                <c:pt idx="936">
                  <c:v>1.3</c:v>
                </c:pt>
                <c:pt idx="937">
                  <c:v>2.2</c:v>
                </c:pt>
                <c:pt idx="938">
                  <c:v>6.5</c:v>
                </c:pt>
                <c:pt idx="939">
                  <c:v>1.6</c:v>
                </c:pt>
                <c:pt idx="940">
                  <c:v>2.5</c:v>
                </c:pt>
                <c:pt idx="941">
                  <c:v>12.0</c:v>
                </c:pt>
                <c:pt idx="942">
                  <c:v>5.0</c:v>
                </c:pt>
                <c:pt idx="943">
                  <c:v>8.3</c:v>
                </c:pt>
                <c:pt idx="944">
                  <c:v>3.5</c:v>
                </c:pt>
                <c:pt idx="945">
                  <c:v>3.0</c:v>
                </c:pt>
                <c:pt idx="946">
                  <c:v>5.3</c:v>
                </c:pt>
                <c:pt idx="947">
                  <c:v>2.1</c:v>
                </c:pt>
                <c:pt idx="948">
                  <c:v>4.69</c:v>
                </c:pt>
                <c:pt idx="949">
                  <c:v>2.4</c:v>
                </c:pt>
                <c:pt idx="950">
                  <c:v>3.65</c:v>
                </c:pt>
                <c:pt idx="951">
                  <c:v>4.75</c:v>
                </c:pt>
                <c:pt idx="952">
                  <c:v>4.09999</c:v>
                </c:pt>
                <c:pt idx="953">
                  <c:v>7.21</c:v>
                </c:pt>
                <c:pt idx="954">
                  <c:v>11.25</c:v>
                </c:pt>
                <c:pt idx="955">
                  <c:v>2.56</c:v>
                </c:pt>
                <c:pt idx="956">
                  <c:v>11.0</c:v>
                </c:pt>
                <c:pt idx="957">
                  <c:v>3.0</c:v>
                </c:pt>
                <c:pt idx="958">
                  <c:v>1.8</c:v>
                </c:pt>
                <c:pt idx="959">
                  <c:v>3.0</c:v>
                </c:pt>
                <c:pt idx="960">
                  <c:v>2.5</c:v>
                </c:pt>
                <c:pt idx="961">
                  <c:v>2.15</c:v>
                </c:pt>
                <c:pt idx="962">
                  <c:v>7.5</c:v>
                </c:pt>
                <c:pt idx="963">
                  <c:v>9.25</c:v>
                </c:pt>
                <c:pt idx="964">
                  <c:v>1.6</c:v>
                </c:pt>
                <c:pt idx="965">
                  <c:v>1.8</c:v>
                </c:pt>
                <c:pt idx="966">
                  <c:v>4.5</c:v>
                </c:pt>
                <c:pt idx="967">
                  <c:v>8.0</c:v>
                </c:pt>
                <c:pt idx="968">
                  <c:v>6.2</c:v>
                </c:pt>
                <c:pt idx="969">
                  <c:v>3.5</c:v>
                </c:pt>
                <c:pt idx="970">
                  <c:v>1.2</c:v>
                </c:pt>
                <c:pt idx="971">
                  <c:v>3.5</c:v>
                </c:pt>
                <c:pt idx="972">
                  <c:v>9.25</c:v>
                </c:pt>
                <c:pt idx="973">
                  <c:v>21.0</c:v>
                </c:pt>
                <c:pt idx="974">
                  <c:v>6.25</c:v>
                </c:pt>
                <c:pt idx="975">
                  <c:v>2.15</c:v>
                </c:pt>
                <c:pt idx="976">
                  <c:v>8.01</c:v>
                </c:pt>
                <c:pt idx="977">
                  <c:v>2.5</c:v>
                </c:pt>
                <c:pt idx="978">
                  <c:v>2.8</c:v>
                </c:pt>
                <c:pt idx="979">
                  <c:v>3.2</c:v>
                </c:pt>
                <c:pt idx="980">
                  <c:v>5.0</c:v>
                </c:pt>
                <c:pt idx="981">
                  <c:v>0.55</c:v>
                </c:pt>
                <c:pt idx="982">
                  <c:v>5.0</c:v>
                </c:pt>
                <c:pt idx="983">
                  <c:v>4.0</c:v>
                </c:pt>
                <c:pt idx="984">
                  <c:v>4.5</c:v>
                </c:pt>
                <c:pt idx="985">
                  <c:v>7.0</c:v>
                </c:pt>
                <c:pt idx="986">
                  <c:v>2.29999</c:v>
                </c:pt>
                <c:pt idx="987">
                  <c:v>6.0</c:v>
                </c:pt>
                <c:pt idx="988">
                  <c:v>2.2</c:v>
                </c:pt>
                <c:pt idx="989">
                  <c:v>3.4</c:v>
                </c:pt>
                <c:pt idx="990">
                  <c:v>1.9</c:v>
                </c:pt>
                <c:pt idx="991">
                  <c:v>11.1</c:v>
                </c:pt>
                <c:pt idx="992">
                  <c:v>4.26</c:v>
                </c:pt>
                <c:pt idx="993">
                  <c:v>7.25</c:v>
                </c:pt>
                <c:pt idx="994">
                  <c:v>6.5</c:v>
                </c:pt>
                <c:pt idx="995">
                  <c:v>2.6</c:v>
                </c:pt>
                <c:pt idx="996">
                  <c:v>9.75</c:v>
                </c:pt>
                <c:pt idx="997">
                  <c:v>3.0</c:v>
                </c:pt>
                <c:pt idx="998">
                  <c:v>1.95</c:v>
                </c:pt>
                <c:pt idx="999">
                  <c:v>2.6</c:v>
                </c:pt>
                <c:pt idx="1000">
                  <c:v>0.9</c:v>
                </c:pt>
                <c:pt idx="1001">
                  <c:v>3.1</c:v>
                </c:pt>
                <c:pt idx="1002">
                  <c:v>0.8</c:v>
                </c:pt>
                <c:pt idx="1003">
                  <c:v>9.5</c:v>
                </c:pt>
                <c:pt idx="1004">
                  <c:v>1.35</c:v>
                </c:pt>
                <c:pt idx="1005">
                  <c:v>3.6</c:v>
                </c:pt>
                <c:pt idx="1006">
                  <c:v>2.99</c:v>
                </c:pt>
                <c:pt idx="1007">
                  <c:v>3.5</c:v>
                </c:pt>
                <c:pt idx="1008">
                  <c:v>1.55</c:v>
                </c:pt>
                <c:pt idx="1009">
                  <c:v>7.75</c:v>
                </c:pt>
                <c:pt idx="1010">
                  <c:v>4.5</c:v>
                </c:pt>
                <c:pt idx="1011">
                  <c:v>1.14999</c:v>
                </c:pt>
                <c:pt idx="1012">
                  <c:v>2.9</c:v>
                </c:pt>
                <c:pt idx="1013">
                  <c:v>5.8</c:v>
                </c:pt>
                <c:pt idx="1014">
                  <c:v>5.0</c:v>
                </c:pt>
                <c:pt idx="1015">
                  <c:v>1.25</c:v>
                </c:pt>
                <c:pt idx="1016">
                  <c:v>1.0</c:v>
                </c:pt>
                <c:pt idx="1017">
                  <c:v>6.15</c:v>
                </c:pt>
                <c:pt idx="1018">
                  <c:v>4.0</c:v>
                </c:pt>
                <c:pt idx="1019">
                  <c:v>4.0</c:v>
                </c:pt>
                <c:pt idx="1020">
                  <c:v>7.4</c:v>
                </c:pt>
                <c:pt idx="1021">
                  <c:v>4.0</c:v>
                </c:pt>
                <c:pt idx="1022">
                  <c:v>4.59999</c:v>
                </c:pt>
                <c:pt idx="1023">
                  <c:v>5.67</c:v>
                </c:pt>
                <c:pt idx="1024">
                  <c:v>0.6</c:v>
                </c:pt>
                <c:pt idx="1025">
                  <c:v>2.5</c:v>
                </c:pt>
                <c:pt idx="1026">
                  <c:v>2.7</c:v>
                </c:pt>
                <c:pt idx="1027">
                  <c:v>3.9</c:v>
                </c:pt>
                <c:pt idx="1028">
                  <c:v>1.85</c:v>
                </c:pt>
                <c:pt idx="1029">
                  <c:v>3.4</c:v>
                </c:pt>
                <c:pt idx="1030">
                  <c:v>3.6</c:v>
                </c:pt>
                <c:pt idx="1031">
                  <c:v>2.9</c:v>
                </c:pt>
                <c:pt idx="1032">
                  <c:v>6.5</c:v>
                </c:pt>
                <c:pt idx="1033">
                  <c:v>5.3</c:v>
                </c:pt>
                <c:pt idx="1034">
                  <c:v>9.0</c:v>
                </c:pt>
                <c:pt idx="1035">
                  <c:v>2.25</c:v>
                </c:pt>
                <c:pt idx="1036">
                  <c:v>6.5</c:v>
                </c:pt>
                <c:pt idx="1037">
                  <c:v>2.1</c:v>
                </c:pt>
                <c:pt idx="1038">
                  <c:v>6.3</c:v>
                </c:pt>
              </c:numCache>
            </c:numRef>
          </c:xVal>
          <c:yVal>
            <c:numRef>
              <c:f>Sheet1!$B$2:$B$1040</c:f>
              <c:numCache>
                <c:formatCode>General</c:formatCode>
                <c:ptCount val="1039"/>
                <c:pt idx="0">
                  <c:v>85.13645323377203</c:v>
                </c:pt>
                <c:pt idx="1">
                  <c:v>12.059224146097954</c:v>
                </c:pt>
                <c:pt idx="2">
                  <c:v>7.2283019907228905</c:v>
                </c:pt>
                <c:pt idx="3">
                  <c:v>3.946949416230946</c:v>
                </c:pt>
                <c:pt idx="4">
                  <c:v>1.5592895792770347</c:v>
                </c:pt>
                <c:pt idx="5">
                  <c:v>8.316069888769938</c:v>
                </c:pt>
                <c:pt idx="6">
                  <c:v>5.071951385701592</c:v>
                </c:pt>
                <c:pt idx="7">
                  <c:v>5.88015895139726</c:v>
                </c:pt>
                <c:pt idx="8">
                  <c:v>1.3931360779127417</c:v>
                </c:pt>
                <c:pt idx="9">
                  <c:v>2.5923418986714144</c:v>
                </c:pt>
                <c:pt idx="10">
                  <c:v>4.826408552861429</c:v>
                </c:pt>
                <c:pt idx="11">
                  <c:v>8.77642102124218</c:v>
                </c:pt>
                <c:pt idx="12">
                  <c:v>4.06005714756791</c:v>
                </c:pt>
                <c:pt idx="13">
                  <c:v>2.283986444228345</c:v>
                </c:pt>
                <c:pt idx="14">
                  <c:v>7.39770461242689</c:v>
                </c:pt>
                <c:pt idx="15">
                  <c:v>2.4510536888549077</c:v>
                </c:pt>
                <c:pt idx="16">
                  <c:v>4.694511279217782</c:v>
                </c:pt>
                <c:pt idx="17">
                  <c:v>2.94434113102873</c:v>
                </c:pt>
                <c:pt idx="18">
                  <c:v>3.778018872823353</c:v>
                </c:pt>
                <c:pt idx="19">
                  <c:v>3.553453177413985</c:v>
                </c:pt>
                <c:pt idx="20">
                  <c:v>29.232387824876135</c:v>
                </c:pt>
                <c:pt idx="21">
                  <c:v>5.759754541537449</c:v>
                </c:pt>
                <c:pt idx="22">
                  <c:v>1.5040527038017966</c:v>
                </c:pt>
                <c:pt idx="23">
                  <c:v>10.964550501769285</c:v>
                </c:pt>
                <c:pt idx="24">
                  <c:v>5.002253175807021</c:v>
                </c:pt>
                <c:pt idx="25">
                  <c:v>4.652009838331226</c:v>
                </c:pt>
                <c:pt idx="26">
                  <c:v>4.145574157711519</c:v>
                </c:pt>
                <c:pt idx="27">
                  <c:v>19.95576135451205</c:v>
                </c:pt>
                <c:pt idx="28">
                  <c:v>7.971940835366336</c:v>
                </c:pt>
                <c:pt idx="29">
                  <c:v>7.253039358531301</c:v>
                </c:pt>
                <c:pt idx="30">
                  <c:v>3.1437034042984906</c:v>
                </c:pt>
                <c:pt idx="31">
                  <c:v>4.5794887170467815</c:v>
                </c:pt>
                <c:pt idx="32">
                  <c:v>6.846082870660363</c:v>
                </c:pt>
                <c:pt idx="33">
                  <c:v>1.4132217687971849</c:v>
                </c:pt>
                <c:pt idx="34">
                  <c:v>1.7827339649089589</c:v>
                </c:pt>
                <c:pt idx="35">
                  <c:v>3.149634262546858</c:v>
                </c:pt>
                <c:pt idx="36">
                  <c:v>5.121660245839792</c:v>
                </c:pt>
                <c:pt idx="37">
                  <c:v>3.966603660999109</c:v>
                </c:pt>
                <c:pt idx="38">
                  <c:v>4.543577835802539</c:v>
                </c:pt>
                <c:pt idx="39">
                  <c:v>1.5109821356433675</c:v>
                </c:pt>
                <c:pt idx="40">
                  <c:v>3.8474051311897846</c:v>
                </c:pt>
                <c:pt idx="41">
                  <c:v>8.484193904992855</c:v>
                </c:pt>
                <c:pt idx="42">
                  <c:v>3.6194390136384476</c:v>
                </c:pt>
                <c:pt idx="43">
                  <c:v>8.107031644987464</c:v>
                </c:pt>
                <c:pt idx="44">
                  <c:v>3.064501175665521</c:v>
                </c:pt>
                <c:pt idx="45">
                  <c:v>5.480623966912777</c:v>
                </c:pt>
                <c:pt idx="46">
                  <c:v>0.9032834054514967</c:v>
                </c:pt>
                <c:pt idx="47">
                  <c:v>4.003416264085634</c:v>
                </c:pt>
                <c:pt idx="48">
                  <c:v>6.019686886887808</c:v>
                </c:pt>
                <c:pt idx="49">
                  <c:v>4.134351416435048</c:v>
                </c:pt>
                <c:pt idx="50">
                  <c:v>5.916184807211368</c:v>
                </c:pt>
                <c:pt idx="51">
                  <c:v>5.603052147110152</c:v>
                </c:pt>
                <c:pt idx="52">
                  <c:v>6.167393482932288</c:v>
                </c:pt>
                <c:pt idx="53">
                  <c:v>4.16249991260196</c:v>
                </c:pt>
                <c:pt idx="54">
                  <c:v>2.8838436251686326</c:v>
                </c:pt>
                <c:pt idx="55">
                  <c:v>1.1054371257232025</c:v>
                </c:pt>
                <c:pt idx="56">
                  <c:v>5.829918591788469</c:v>
                </c:pt>
                <c:pt idx="57">
                  <c:v>5.0167937888509915</c:v>
                </c:pt>
                <c:pt idx="58">
                  <c:v>2.0364562766837073</c:v>
                </c:pt>
                <c:pt idx="59">
                  <c:v>1.7739252501267087</c:v>
                </c:pt>
                <c:pt idx="60">
                  <c:v>2.4974163994139666</c:v>
                </c:pt>
                <c:pt idx="61">
                  <c:v>2.416337712758296</c:v>
                </c:pt>
                <c:pt idx="62">
                  <c:v>3.325081705208242</c:v>
                </c:pt>
                <c:pt idx="63">
                  <c:v>9.959513225142262</c:v>
                </c:pt>
                <c:pt idx="64">
                  <c:v>1.5814589459309896</c:v>
                </c:pt>
                <c:pt idx="65">
                  <c:v>3.7414369423920406</c:v>
                </c:pt>
                <c:pt idx="66">
                  <c:v>5.016317572181337</c:v>
                </c:pt>
                <c:pt idx="67">
                  <c:v>6.195970744148903</c:v>
                </c:pt>
                <c:pt idx="68">
                  <c:v>1.4382359505421258</c:v>
                </c:pt>
                <c:pt idx="69">
                  <c:v>6.173739311013387</c:v>
                </c:pt>
                <c:pt idx="70">
                  <c:v>4.956518872783333</c:v>
                </c:pt>
                <c:pt idx="71">
                  <c:v>3.870043863591111</c:v>
                </c:pt>
                <c:pt idx="72">
                  <c:v>6.227927245968182</c:v>
                </c:pt>
                <c:pt idx="73">
                  <c:v>4.269398093616019</c:v>
                </c:pt>
                <c:pt idx="74">
                  <c:v>2.6899126376109495</c:v>
                </c:pt>
                <c:pt idx="75">
                  <c:v>13.083458128009774</c:v>
                </c:pt>
                <c:pt idx="76">
                  <c:v>3.1432633908310894</c:v>
                </c:pt>
                <c:pt idx="77">
                  <c:v>0.7698159704694326</c:v>
                </c:pt>
                <c:pt idx="78">
                  <c:v>3.4303478903562623</c:v>
                </c:pt>
                <c:pt idx="79">
                  <c:v>8.315214944177391</c:v>
                </c:pt>
                <c:pt idx="80">
                  <c:v>1.2605720483896774</c:v>
                </c:pt>
                <c:pt idx="81">
                  <c:v>6.484177143355662</c:v>
                </c:pt>
                <c:pt idx="82">
                  <c:v>29.348354456946165</c:v>
                </c:pt>
                <c:pt idx="83">
                  <c:v>8.435467075742947</c:v>
                </c:pt>
                <c:pt idx="84">
                  <c:v>6.8361330167533</c:v>
                </c:pt>
                <c:pt idx="85">
                  <c:v>2.244634929596416</c:v>
                </c:pt>
                <c:pt idx="86">
                  <c:v>3.746972674435374</c:v>
                </c:pt>
                <c:pt idx="87">
                  <c:v>3.4351466438555667</c:v>
                </c:pt>
                <c:pt idx="88">
                  <c:v>6.1391540670520355</c:v>
                </c:pt>
                <c:pt idx="89">
                  <c:v>15.620942987776154</c:v>
                </c:pt>
                <c:pt idx="90">
                  <c:v>1.5436253054543712</c:v>
                </c:pt>
                <c:pt idx="91">
                  <c:v>3.3120320360787296</c:v>
                </c:pt>
                <c:pt idx="92">
                  <c:v>2.0644521384410375</c:v>
                </c:pt>
                <c:pt idx="93">
                  <c:v>1.6019564575876388</c:v>
                </c:pt>
                <c:pt idx="94">
                  <c:v>2.980692765519284</c:v>
                </c:pt>
                <c:pt idx="95">
                  <c:v>3.9320658344258748</c:v>
                </c:pt>
                <c:pt idx="96">
                  <c:v>7.1588974070306195</c:v>
                </c:pt>
                <c:pt idx="97">
                  <c:v>2.5713206659090293</c:v>
                </c:pt>
                <c:pt idx="98">
                  <c:v>5.12510816276049</c:v>
                </c:pt>
                <c:pt idx="99">
                  <c:v>6.16846510395238</c:v>
                </c:pt>
                <c:pt idx="100">
                  <c:v>6.059083190379019</c:v>
                </c:pt>
                <c:pt idx="101">
                  <c:v>12.247858772900596</c:v>
                </c:pt>
                <c:pt idx="102">
                  <c:v>3.0310991137528047</c:v>
                </c:pt>
                <c:pt idx="103">
                  <c:v>7.706433735397279</c:v>
                </c:pt>
                <c:pt idx="104">
                  <c:v>3.7457296293530282</c:v>
                </c:pt>
                <c:pt idx="105">
                  <c:v>35.50300511139855</c:v>
                </c:pt>
                <c:pt idx="106">
                  <c:v>4.18272833147237</c:v>
                </c:pt>
                <c:pt idx="107">
                  <c:v>3.938763625079315</c:v>
                </c:pt>
                <c:pt idx="108">
                  <c:v>0.49672310202734776</c:v>
                </c:pt>
                <c:pt idx="109">
                  <c:v>6.80806547764546</c:v>
                </c:pt>
                <c:pt idx="110">
                  <c:v>3.992566338127852</c:v>
                </c:pt>
                <c:pt idx="111">
                  <c:v>3.1532170746604837</c:v>
                </c:pt>
                <c:pt idx="112">
                  <c:v>4.609425120786829</c:v>
                </c:pt>
                <c:pt idx="113">
                  <c:v>3.9638836684254786</c:v>
                </c:pt>
                <c:pt idx="114">
                  <c:v>3.409748521955156</c:v>
                </c:pt>
                <c:pt idx="115">
                  <c:v>7.718555416862298</c:v>
                </c:pt>
                <c:pt idx="116">
                  <c:v>1.0536287233786705</c:v>
                </c:pt>
                <c:pt idx="117">
                  <c:v>5.233522202305778</c:v>
                </c:pt>
                <c:pt idx="118">
                  <c:v>7.581789243119365</c:v>
                </c:pt>
                <c:pt idx="119">
                  <c:v>4.088651133761179</c:v>
                </c:pt>
                <c:pt idx="120">
                  <c:v>3.628365577738914</c:v>
                </c:pt>
                <c:pt idx="121">
                  <c:v>7.933801381027291</c:v>
                </c:pt>
                <c:pt idx="122">
                  <c:v>6.289566804713587</c:v>
                </c:pt>
                <c:pt idx="123">
                  <c:v>3.552627427770167</c:v>
                </c:pt>
                <c:pt idx="124">
                  <c:v>5.675711920495635</c:v>
                </c:pt>
                <c:pt idx="125">
                  <c:v>7.940761358235465</c:v>
                </c:pt>
                <c:pt idx="126">
                  <c:v>5.53364217617142</c:v>
                </c:pt>
                <c:pt idx="127">
                  <c:v>7.502681922811271</c:v>
                </c:pt>
                <c:pt idx="128">
                  <c:v>2.7908950932328547</c:v>
                </c:pt>
                <c:pt idx="129">
                  <c:v>4.6620578961487045</c:v>
                </c:pt>
                <c:pt idx="130">
                  <c:v>4.090396962846592</c:v>
                </c:pt>
                <c:pt idx="131">
                  <c:v>5.130745334772917</c:v>
                </c:pt>
                <c:pt idx="132">
                  <c:v>1.201642636380296</c:v>
                </c:pt>
                <c:pt idx="133">
                  <c:v>5.112339053284666</c:v>
                </c:pt>
                <c:pt idx="134">
                  <c:v>9.293573274147006</c:v>
                </c:pt>
                <c:pt idx="135">
                  <c:v>9.320407782714925</c:v>
                </c:pt>
                <c:pt idx="136">
                  <c:v>1.6834724398211525</c:v>
                </c:pt>
                <c:pt idx="137">
                  <c:v>6.123611558648235</c:v>
                </c:pt>
                <c:pt idx="138">
                  <c:v>7.000368959258492</c:v>
                </c:pt>
                <c:pt idx="139">
                  <c:v>2.2181336460513137</c:v>
                </c:pt>
                <c:pt idx="140">
                  <c:v>6.0009904226083</c:v>
                </c:pt>
                <c:pt idx="141">
                  <c:v>19.55824204923634</c:v>
                </c:pt>
                <c:pt idx="142">
                  <c:v>5.767165492033054</c:v>
                </c:pt>
                <c:pt idx="143">
                  <c:v>1.5661592151073225</c:v>
                </c:pt>
                <c:pt idx="144">
                  <c:v>7.528687680263474</c:v>
                </c:pt>
                <c:pt idx="145">
                  <c:v>8.086193632330902</c:v>
                </c:pt>
                <c:pt idx="146">
                  <c:v>0.8910540244345093</c:v>
                </c:pt>
                <c:pt idx="147">
                  <c:v>4.103462213810102</c:v>
                </c:pt>
                <c:pt idx="148">
                  <c:v>3.1476566795534358</c:v>
                </c:pt>
                <c:pt idx="149">
                  <c:v>1.985029382986097</c:v>
                </c:pt>
                <c:pt idx="150">
                  <c:v>4.408938798624003</c:v>
                </c:pt>
                <c:pt idx="151">
                  <c:v>5.519899424101865</c:v>
                </c:pt>
                <c:pt idx="152">
                  <c:v>5.154368238939966</c:v>
                </c:pt>
                <c:pt idx="153">
                  <c:v>2.371751112844498</c:v>
                </c:pt>
                <c:pt idx="154">
                  <c:v>5.616911193198813</c:v>
                </c:pt>
                <c:pt idx="155">
                  <c:v>10.23117532879501</c:v>
                </c:pt>
                <c:pt idx="156">
                  <c:v>4.2071236556924365</c:v>
                </c:pt>
                <c:pt idx="157">
                  <c:v>1.8674367122905233</c:v>
                </c:pt>
                <c:pt idx="158">
                  <c:v>7.138924906367366</c:v>
                </c:pt>
                <c:pt idx="159">
                  <c:v>1.5453932136087296</c:v>
                </c:pt>
                <c:pt idx="160">
                  <c:v>6.662078533699179</c:v>
                </c:pt>
                <c:pt idx="161">
                  <c:v>6.371882032871913</c:v>
                </c:pt>
                <c:pt idx="162">
                  <c:v>3.7411115310769394</c:v>
                </c:pt>
                <c:pt idx="163">
                  <c:v>4.06533768423743</c:v>
                </c:pt>
                <c:pt idx="164">
                  <c:v>3.4932189873472494</c:v>
                </c:pt>
                <c:pt idx="165">
                  <c:v>6.147843665131691</c:v>
                </c:pt>
                <c:pt idx="166">
                  <c:v>3.3927769774039747</c:v>
                </c:pt>
                <c:pt idx="167">
                  <c:v>3.1557841341012054</c:v>
                </c:pt>
                <c:pt idx="168">
                  <c:v>3.7017843679517566</c:v>
                </c:pt>
                <c:pt idx="169">
                  <c:v>4.183062588869426</c:v>
                </c:pt>
                <c:pt idx="170">
                  <c:v>1.4912381656936544</c:v>
                </c:pt>
                <c:pt idx="171">
                  <c:v>3.335692789073697</c:v>
                </c:pt>
                <c:pt idx="172">
                  <c:v>5.95954338222171</c:v>
                </c:pt>
                <c:pt idx="173">
                  <c:v>3.4323145313129126</c:v>
                </c:pt>
                <c:pt idx="174">
                  <c:v>0.6255153820066391</c:v>
                </c:pt>
                <c:pt idx="175">
                  <c:v>1.368278998901335</c:v>
                </c:pt>
                <c:pt idx="176">
                  <c:v>3.4128897964157066</c:v>
                </c:pt>
                <c:pt idx="177">
                  <c:v>6.357277295572935</c:v>
                </c:pt>
                <c:pt idx="178">
                  <c:v>2.597464071050104</c:v>
                </c:pt>
                <c:pt idx="179">
                  <c:v>0.9459776682160438</c:v>
                </c:pt>
                <c:pt idx="180">
                  <c:v>7.731148861132571</c:v>
                </c:pt>
                <c:pt idx="181">
                  <c:v>1.6422991369111553</c:v>
                </c:pt>
                <c:pt idx="182">
                  <c:v>3.6441066072266053</c:v>
                </c:pt>
                <c:pt idx="183">
                  <c:v>6.455361438183305</c:v>
                </c:pt>
                <c:pt idx="184">
                  <c:v>0.6454090643560234</c:v>
                </c:pt>
                <c:pt idx="185">
                  <c:v>5.609087438576023</c:v>
                </c:pt>
                <c:pt idx="186">
                  <c:v>3.5667601457582156</c:v>
                </c:pt>
                <c:pt idx="187">
                  <c:v>7.547621663640301</c:v>
                </c:pt>
                <c:pt idx="188">
                  <c:v>2.448591731694341</c:v>
                </c:pt>
                <c:pt idx="189">
                  <c:v>6.112274599819949</c:v>
                </c:pt>
                <c:pt idx="190">
                  <c:v>4.914576029387749</c:v>
                </c:pt>
                <c:pt idx="191">
                  <c:v>3.313107774191291</c:v>
                </c:pt>
                <c:pt idx="192">
                  <c:v>3.817398898144883</c:v>
                </c:pt>
                <c:pt idx="193">
                  <c:v>5.731134712644264</c:v>
                </c:pt>
                <c:pt idx="194">
                  <c:v>6.412736611596364</c:v>
                </c:pt>
                <c:pt idx="195">
                  <c:v>1.1357255900401284</c:v>
                </c:pt>
                <c:pt idx="196">
                  <c:v>3.6417913932972463</c:v>
                </c:pt>
                <c:pt idx="197">
                  <c:v>2.72726995193336</c:v>
                </c:pt>
                <c:pt idx="198">
                  <c:v>5.911103040525571</c:v>
                </c:pt>
                <c:pt idx="199">
                  <c:v>0.9469634191330921</c:v>
                </c:pt>
                <c:pt idx="200">
                  <c:v>8.480135857739285</c:v>
                </c:pt>
                <c:pt idx="201">
                  <c:v>2.1519957697670544</c:v>
                </c:pt>
                <c:pt idx="202">
                  <c:v>2.1932957124577066</c:v>
                </c:pt>
                <c:pt idx="203">
                  <c:v>28.87278137110811</c:v>
                </c:pt>
                <c:pt idx="204">
                  <c:v>6.427020979042309</c:v>
                </c:pt>
                <c:pt idx="205">
                  <c:v>7.4413388196434544</c:v>
                </c:pt>
                <c:pt idx="206">
                  <c:v>4.739455393741169</c:v>
                </c:pt>
                <c:pt idx="207">
                  <c:v>0.9803538641778248</c:v>
                </c:pt>
                <c:pt idx="208">
                  <c:v>12.15382318800651</c:v>
                </c:pt>
                <c:pt idx="209">
                  <c:v>2.2596547358164236</c:v>
                </c:pt>
                <c:pt idx="210">
                  <c:v>6.33260618141934</c:v>
                </c:pt>
                <c:pt idx="211">
                  <c:v>2.241335372031923</c:v>
                </c:pt>
                <c:pt idx="212">
                  <c:v>0.7055490464358778</c:v>
                </c:pt>
                <c:pt idx="213">
                  <c:v>2.415814626370208</c:v>
                </c:pt>
                <c:pt idx="214">
                  <c:v>1.7124125614637318</c:v>
                </c:pt>
                <c:pt idx="215">
                  <c:v>3.632934769041684</c:v>
                </c:pt>
                <c:pt idx="216">
                  <c:v>1.5110739654351901</c:v>
                </c:pt>
                <c:pt idx="217">
                  <c:v>6.034575634240165</c:v>
                </c:pt>
                <c:pt idx="218">
                  <c:v>3.3257536159896035</c:v>
                </c:pt>
                <c:pt idx="219">
                  <c:v>5.702057681081176</c:v>
                </c:pt>
                <c:pt idx="220">
                  <c:v>1.2179253226665696</c:v>
                </c:pt>
                <c:pt idx="221">
                  <c:v>3.16168024389692</c:v>
                </c:pt>
                <c:pt idx="222">
                  <c:v>2.9178880681587303</c:v>
                </c:pt>
                <c:pt idx="223">
                  <c:v>3.8066991372354613</c:v>
                </c:pt>
                <c:pt idx="224">
                  <c:v>1.5929949204319687</c:v>
                </c:pt>
                <c:pt idx="225">
                  <c:v>8.669241728925709</c:v>
                </c:pt>
                <c:pt idx="226">
                  <c:v>5.041753603392293</c:v>
                </c:pt>
                <c:pt idx="227">
                  <c:v>1.711032441952081</c:v>
                </c:pt>
                <c:pt idx="228">
                  <c:v>5.21690714597272</c:v>
                </c:pt>
                <c:pt idx="229">
                  <c:v>3.9482187155551176</c:v>
                </c:pt>
                <c:pt idx="230">
                  <c:v>5.193808509141173</c:v>
                </c:pt>
                <c:pt idx="231">
                  <c:v>8.370746501436244</c:v>
                </c:pt>
                <c:pt idx="232">
                  <c:v>9.032214789035592</c:v>
                </c:pt>
                <c:pt idx="233">
                  <c:v>21.992395482216942</c:v>
                </c:pt>
                <c:pt idx="234">
                  <c:v>7.236414525712173</c:v>
                </c:pt>
                <c:pt idx="235">
                  <c:v>1.8450684198601202</c:v>
                </c:pt>
                <c:pt idx="236">
                  <c:v>8.652792145496758</c:v>
                </c:pt>
                <c:pt idx="237">
                  <c:v>3.0498734365083724</c:v>
                </c:pt>
                <c:pt idx="238">
                  <c:v>4.916369628350186</c:v>
                </c:pt>
                <c:pt idx="239">
                  <c:v>1.3956214705700443</c:v>
                </c:pt>
                <c:pt idx="240">
                  <c:v>7.023124551264101</c:v>
                </c:pt>
                <c:pt idx="241">
                  <c:v>2.173213618745102</c:v>
                </c:pt>
                <c:pt idx="242">
                  <c:v>4.448492547880854</c:v>
                </c:pt>
                <c:pt idx="243">
                  <c:v>6.9046692329116</c:v>
                </c:pt>
                <c:pt idx="244">
                  <c:v>1.0891538947243191</c:v>
                </c:pt>
                <c:pt idx="245">
                  <c:v>3.6072027076664392</c:v>
                </c:pt>
                <c:pt idx="246">
                  <c:v>4.780151219316383</c:v>
                </c:pt>
                <c:pt idx="247">
                  <c:v>11.892876974086834</c:v>
                </c:pt>
                <c:pt idx="248">
                  <c:v>10.701899484160489</c:v>
                </c:pt>
                <c:pt idx="249">
                  <c:v>3.9721258219294437</c:v>
                </c:pt>
                <c:pt idx="250">
                  <c:v>3.2338418552096515</c:v>
                </c:pt>
                <c:pt idx="251">
                  <c:v>3.2488453395359964</c:v>
                </c:pt>
                <c:pt idx="252">
                  <c:v>0.9650625541289858</c:v>
                </c:pt>
                <c:pt idx="253">
                  <c:v>4.805649964632307</c:v>
                </c:pt>
                <c:pt idx="254">
                  <c:v>1.1175218225714236</c:v>
                </c:pt>
                <c:pt idx="255">
                  <c:v>6.15861080062971</c:v>
                </c:pt>
                <c:pt idx="256">
                  <c:v>3.231605220586371</c:v>
                </c:pt>
                <c:pt idx="257">
                  <c:v>6.917187351883675</c:v>
                </c:pt>
                <c:pt idx="258">
                  <c:v>4.546622168002511</c:v>
                </c:pt>
                <c:pt idx="259">
                  <c:v>6.101653468111886</c:v>
                </c:pt>
                <c:pt idx="260">
                  <c:v>4.6571037619833</c:v>
                </c:pt>
                <c:pt idx="261">
                  <c:v>6.264411085936018</c:v>
                </c:pt>
                <c:pt idx="262">
                  <c:v>4.113012349732591</c:v>
                </c:pt>
                <c:pt idx="263">
                  <c:v>8.02959661634831</c:v>
                </c:pt>
                <c:pt idx="264">
                  <c:v>5.473804954481104</c:v>
                </c:pt>
                <c:pt idx="265">
                  <c:v>1.987009155378191</c:v>
                </c:pt>
                <c:pt idx="266">
                  <c:v>2.2445715955223955</c:v>
                </c:pt>
                <c:pt idx="267">
                  <c:v>2.2629740525306987</c:v>
                </c:pt>
                <c:pt idx="268">
                  <c:v>6.252765982652396</c:v>
                </c:pt>
                <c:pt idx="269">
                  <c:v>3.415119321890746</c:v>
                </c:pt>
                <c:pt idx="270">
                  <c:v>5.730782070471582</c:v>
                </c:pt>
                <c:pt idx="271">
                  <c:v>3.238762368721111</c:v>
                </c:pt>
                <c:pt idx="272">
                  <c:v>3.7102214486639564</c:v>
                </c:pt>
                <c:pt idx="273">
                  <c:v>1.6405864598037232</c:v>
                </c:pt>
                <c:pt idx="274">
                  <c:v>3.2999474303676637</c:v>
                </c:pt>
                <c:pt idx="275">
                  <c:v>4.765627604886109</c:v>
                </c:pt>
                <c:pt idx="276">
                  <c:v>6.80806547764546</c:v>
                </c:pt>
                <c:pt idx="277">
                  <c:v>32.543739015421444</c:v>
                </c:pt>
                <c:pt idx="278">
                  <c:v>1.5506059689028013</c:v>
                </c:pt>
                <c:pt idx="279">
                  <c:v>2.7808499573119434</c:v>
                </c:pt>
                <c:pt idx="280">
                  <c:v>4.083710066376499</c:v>
                </c:pt>
                <c:pt idx="281">
                  <c:v>8.42038288057653</c:v>
                </c:pt>
                <c:pt idx="282">
                  <c:v>2.205244831362422</c:v>
                </c:pt>
                <c:pt idx="283">
                  <c:v>2.7569588166243713</c:v>
                </c:pt>
                <c:pt idx="284">
                  <c:v>3.708457045636949</c:v>
                </c:pt>
                <c:pt idx="285">
                  <c:v>3.56831745018308</c:v>
                </c:pt>
                <c:pt idx="286">
                  <c:v>13.736095319011556</c:v>
                </c:pt>
                <c:pt idx="287">
                  <c:v>3.3099101033620797</c:v>
                </c:pt>
                <c:pt idx="288">
                  <c:v>3.761105100991735</c:v>
                </c:pt>
                <c:pt idx="289">
                  <c:v>6.068448048081209</c:v>
                </c:pt>
                <c:pt idx="290">
                  <c:v>4.893964388899535</c:v>
                </c:pt>
                <c:pt idx="291">
                  <c:v>4.51143122558688</c:v>
                </c:pt>
                <c:pt idx="292">
                  <c:v>0.8407304812577683</c:v>
                </c:pt>
                <c:pt idx="293">
                  <c:v>4.08876361921568</c:v>
                </c:pt>
                <c:pt idx="294">
                  <c:v>2.5241222801182026</c:v>
                </c:pt>
                <c:pt idx="295">
                  <c:v>0.8673240692487099</c:v>
                </c:pt>
                <c:pt idx="296">
                  <c:v>3.920754784584141</c:v>
                </c:pt>
                <c:pt idx="297">
                  <c:v>5.062193196746386</c:v>
                </c:pt>
                <c:pt idx="298">
                  <c:v>4.252898060889946</c:v>
                </c:pt>
                <c:pt idx="299">
                  <c:v>3.4100421948661785</c:v>
                </c:pt>
                <c:pt idx="300">
                  <c:v>2.005730136218175</c:v>
                </c:pt>
                <c:pt idx="301">
                  <c:v>4.525982781169341</c:v>
                </c:pt>
                <c:pt idx="302">
                  <c:v>6.187623164035828</c:v>
                </c:pt>
                <c:pt idx="303">
                  <c:v>1.8155002435977372</c:v>
                </c:pt>
                <c:pt idx="304">
                  <c:v>8.279459261023513</c:v>
                </c:pt>
                <c:pt idx="305">
                  <c:v>1.2517649749710054</c:v>
                </c:pt>
                <c:pt idx="306">
                  <c:v>1.7657415626038424</c:v>
                </c:pt>
                <c:pt idx="307">
                  <c:v>4.231175424508867</c:v>
                </c:pt>
                <c:pt idx="308">
                  <c:v>5.021155918517888</c:v>
                </c:pt>
                <c:pt idx="309">
                  <c:v>1.1843785901793806</c:v>
                </c:pt>
                <c:pt idx="310">
                  <c:v>2.678293738878561</c:v>
                </c:pt>
                <c:pt idx="311">
                  <c:v>3.942596482766337</c:v>
                </c:pt>
                <c:pt idx="312">
                  <c:v>2.331497085043679</c:v>
                </c:pt>
                <c:pt idx="313">
                  <c:v>8.34651892736113</c:v>
                </c:pt>
                <c:pt idx="314">
                  <c:v>6.822908280112167</c:v>
                </c:pt>
                <c:pt idx="315">
                  <c:v>5.693812245555622</c:v>
                </c:pt>
                <c:pt idx="316">
                  <c:v>15.78673982968185</c:v>
                </c:pt>
                <c:pt idx="317">
                  <c:v>2.762047225673511</c:v>
                </c:pt>
                <c:pt idx="318">
                  <c:v>1.6786336859699882</c:v>
                </c:pt>
                <c:pt idx="319">
                  <c:v>10.390733178744322</c:v>
                </c:pt>
                <c:pt idx="320">
                  <c:v>6.594179311977434</c:v>
                </c:pt>
                <c:pt idx="321">
                  <c:v>4.9025582457186925</c:v>
                </c:pt>
                <c:pt idx="322">
                  <c:v>3.5855484879205393</c:v>
                </c:pt>
                <c:pt idx="323">
                  <c:v>0.7979459262560438</c:v>
                </c:pt>
                <c:pt idx="324">
                  <c:v>3.3088824914662354</c:v>
                </c:pt>
                <c:pt idx="325">
                  <c:v>4.257493114724535</c:v>
                </c:pt>
                <c:pt idx="326">
                  <c:v>6.545263962144654</c:v>
                </c:pt>
                <c:pt idx="327">
                  <c:v>1.678853805055857</c:v>
                </c:pt>
                <c:pt idx="328">
                  <c:v>4.744790501854925</c:v>
                </c:pt>
                <c:pt idx="329">
                  <c:v>1.1633021913462807</c:v>
                </c:pt>
                <c:pt idx="330">
                  <c:v>2.9258618649088066</c:v>
                </c:pt>
                <c:pt idx="331">
                  <c:v>2.5139342038252517</c:v>
                </c:pt>
                <c:pt idx="332">
                  <c:v>2.0893307930552454</c:v>
                </c:pt>
                <c:pt idx="333">
                  <c:v>2.4470677415004</c:v>
                </c:pt>
                <c:pt idx="334">
                  <c:v>3.563017379861324</c:v>
                </c:pt>
                <c:pt idx="335">
                  <c:v>4.170719134592948</c:v>
                </c:pt>
                <c:pt idx="336">
                  <c:v>9.60123799749323</c:v>
                </c:pt>
                <c:pt idx="337">
                  <c:v>2.076173705363239</c:v>
                </c:pt>
                <c:pt idx="338">
                  <c:v>3.1695025473836176</c:v>
                </c:pt>
                <c:pt idx="339">
                  <c:v>2.9527347886450186</c:v>
                </c:pt>
                <c:pt idx="340">
                  <c:v>4.414090409756465</c:v>
                </c:pt>
                <c:pt idx="341">
                  <c:v>9.702314309301174</c:v>
                </c:pt>
                <c:pt idx="342">
                  <c:v>8.713106619501122</c:v>
                </c:pt>
                <c:pt idx="343">
                  <c:v>10.352865450227535</c:v>
                </c:pt>
                <c:pt idx="344">
                  <c:v>4.795825327352565</c:v>
                </c:pt>
                <c:pt idx="345">
                  <c:v>1.1885260739748194</c:v>
                </c:pt>
                <c:pt idx="346">
                  <c:v>6.629725767384952</c:v>
                </c:pt>
                <c:pt idx="347">
                  <c:v>3.5109876223042553</c:v>
                </c:pt>
                <c:pt idx="348">
                  <c:v>1.7923931662532264</c:v>
                </c:pt>
                <c:pt idx="349">
                  <c:v>3.713965222302913</c:v>
                </c:pt>
                <c:pt idx="350">
                  <c:v>1.2737031351033574</c:v>
                </c:pt>
                <c:pt idx="351">
                  <c:v>1.2116302613372851</c:v>
                </c:pt>
                <c:pt idx="352">
                  <c:v>3.5921984645076246</c:v>
                </c:pt>
                <c:pt idx="353">
                  <c:v>9.496934971415614</c:v>
                </c:pt>
                <c:pt idx="354">
                  <c:v>5.127297046634917</c:v>
                </c:pt>
                <c:pt idx="355">
                  <c:v>4.8740088881581975</c:v>
                </c:pt>
                <c:pt idx="356">
                  <c:v>2.7073338955799926</c:v>
                </c:pt>
                <c:pt idx="357">
                  <c:v>0.6843333680873707</c:v>
                </c:pt>
                <c:pt idx="358">
                  <c:v>1.4135560567955623</c:v>
                </c:pt>
                <c:pt idx="359">
                  <c:v>5.1219661580659075</c:v>
                </c:pt>
                <c:pt idx="360">
                  <c:v>4.020377761433227</c:v>
                </c:pt>
                <c:pt idx="361">
                  <c:v>1.1227325732307791</c:v>
                </c:pt>
                <c:pt idx="362">
                  <c:v>1.9844387896615183</c:v>
                </c:pt>
                <c:pt idx="363">
                  <c:v>5.340006387820197</c:v>
                </c:pt>
                <c:pt idx="364">
                  <c:v>1.9767349073982108</c:v>
                </c:pt>
                <c:pt idx="365">
                  <c:v>9.905422141861623</c:v>
                </c:pt>
                <c:pt idx="366">
                  <c:v>3.4412442099872154</c:v>
                </c:pt>
                <c:pt idx="367">
                  <c:v>7.294760754767993</c:v>
                </c:pt>
                <c:pt idx="368">
                  <c:v>4.298372353607384</c:v>
                </c:pt>
                <c:pt idx="369">
                  <c:v>1.3251473320501326</c:v>
                </c:pt>
                <c:pt idx="370">
                  <c:v>3.1874610569898807</c:v>
                </c:pt>
                <c:pt idx="371">
                  <c:v>2.9162642088788253</c:v>
                </c:pt>
                <c:pt idx="372">
                  <c:v>6.752565584231299</c:v>
                </c:pt>
                <c:pt idx="373">
                  <c:v>1.6428786119871632</c:v>
                </c:pt>
                <c:pt idx="374">
                  <c:v>1.5718714837364913</c:v>
                </c:pt>
                <c:pt idx="375">
                  <c:v>2.726285675774632</c:v>
                </c:pt>
                <c:pt idx="376">
                  <c:v>16.349060159795304</c:v>
                </c:pt>
                <c:pt idx="377">
                  <c:v>2.2839328221291977</c:v>
                </c:pt>
                <c:pt idx="378">
                  <c:v>3.5974736152111952</c:v>
                </c:pt>
                <c:pt idx="379">
                  <c:v>7.223946042826747</c:v>
                </c:pt>
                <c:pt idx="380">
                  <c:v>1.4145274091405478</c:v>
                </c:pt>
                <c:pt idx="381">
                  <c:v>2.1418396978014034</c:v>
                </c:pt>
                <c:pt idx="382">
                  <c:v>6.377456337471086</c:v>
                </c:pt>
                <c:pt idx="383">
                  <c:v>7.894017299270002</c:v>
                </c:pt>
                <c:pt idx="384">
                  <c:v>0.47955690995560735</c:v>
                </c:pt>
                <c:pt idx="385">
                  <c:v>3.455030870696096</c:v>
                </c:pt>
                <c:pt idx="386">
                  <c:v>0.4973069850520016</c:v>
                </c:pt>
                <c:pt idx="387">
                  <c:v>1.4829813348610348</c:v>
                </c:pt>
                <c:pt idx="388">
                  <c:v>1.4064277358623305</c:v>
                </c:pt>
                <c:pt idx="389">
                  <c:v>4.2725764962378845</c:v>
                </c:pt>
                <c:pt idx="390">
                  <c:v>1.2422430903306263</c:v>
                </c:pt>
                <c:pt idx="391">
                  <c:v>1.396059341154736</c:v>
                </c:pt>
                <c:pt idx="392">
                  <c:v>1.2163422732567455</c:v>
                </c:pt>
                <c:pt idx="393">
                  <c:v>1.942016907043207</c:v>
                </c:pt>
                <c:pt idx="394">
                  <c:v>6.54764289496981</c:v>
                </c:pt>
                <c:pt idx="395">
                  <c:v>1.921820926823359</c:v>
                </c:pt>
                <c:pt idx="396">
                  <c:v>13.321238099887324</c:v>
                </c:pt>
                <c:pt idx="397">
                  <c:v>6.644960966248319</c:v>
                </c:pt>
                <c:pt idx="398">
                  <c:v>5.308152499326663</c:v>
                </c:pt>
                <c:pt idx="399">
                  <c:v>5.150940231834424</c:v>
                </c:pt>
                <c:pt idx="400">
                  <c:v>4.107822340887918</c:v>
                </c:pt>
                <c:pt idx="401">
                  <c:v>7.695944263527491</c:v>
                </c:pt>
                <c:pt idx="402">
                  <c:v>5.904331952094719</c:v>
                </c:pt>
                <c:pt idx="403">
                  <c:v>37.41600980147201</c:v>
                </c:pt>
                <c:pt idx="404">
                  <c:v>4.6295599257553715</c:v>
                </c:pt>
                <c:pt idx="405">
                  <c:v>0.9249976255386778</c:v>
                </c:pt>
                <c:pt idx="406">
                  <c:v>3.8066565557402896</c:v>
                </c:pt>
                <c:pt idx="407">
                  <c:v>3.8627012969404815</c:v>
                </c:pt>
                <c:pt idx="408">
                  <c:v>1.8835491748938773</c:v>
                </c:pt>
                <c:pt idx="409">
                  <c:v>1.722196243092806</c:v>
                </c:pt>
                <c:pt idx="410">
                  <c:v>11.817829745481088</c:v>
                </c:pt>
                <c:pt idx="411">
                  <c:v>4.172544404704531</c:v>
                </c:pt>
                <c:pt idx="412">
                  <c:v>1.170878999652432</c:v>
                </c:pt>
                <c:pt idx="413">
                  <c:v>6.39871216045582</c:v>
                </c:pt>
                <c:pt idx="414">
                  <c:v>11.351621041374948</c:v>
                </c:pt>
                <c:pt idx="415">
                  <c:v>3.5815754763948293</c:v>
                </c:pt>
                <c:pt idx="416">
                  <c:v>2.0713434528701926</c:v>
                </c:pt>
                <c:pt idx="417">
                  <c:v>1.6389241554526273</c:v>
                </c:pt>
                <c:pt idx="418">
                  <c:v>5.221844356842063</c:v>
                </c:pt>
                <c:pt idx="419">
                  <c:v>4.801992714250855</c:v>
                </c:pt>
                <c:pt idx="420">
                  <c:v>6.870501312035381</c:v>
                </c:pt>
                <c:pt idx="421">
                  <c:v>8.224399972902452</c:v>
                </c:pt>
                <c:pt idx="422">
                  <c:v>3.4175311090517324</c:v>
                </c:pt>
                <c:pt idx="423">
                  <c:v>2.8543470968354905</c:v>
                </c:pt>
                <c:pt idx="424">
                  <c:v>3.336318796833257</c:v>
                </c:pt>
                <c:pt idx="425">
                  <c:v>3.449183554086876</c:v>
                </c:pt>
                <c:pt idx="426">
                  <c:v>2.343768231485781</c:v>
                </c:pt>
                <c:pt idx="427">
                  <c:v>0.7623707662930628</c:v>
                </c:pt>
                <c:pt idx="428">
                  <c:v>4.077024350602505</c:v>
                </c:pt>
                <c:pt idx="429">
                  <c:v>3.6946661906873994</c:v>
                </c:pt>
                <c:pt idx="430">
                  <c:v>2.158431422367709</c:v>
                </c:pt>
                <c:pt idx="431">
                  <c:v>1.8099052052340148</c:v>
                </c:pt>
                <c:pt idx="432">
                  <c:v>4.343552445609276</c:v>
                </c:pt>
                <c:pt idx="433">
                  <c:v>2.586016827272101</c:v>
                </c:pt>
                <c:pt idx="434">
                  <c:v>0.49969333552482365</c:v>
                </c:pt>
                <c:pt idx="435">
                  <c:v>0.819017775691316</c:v>
                </c:pt>
                <c:pt idx="436">
                  <c:v>0.9492420207269172</c:v>
                </c:pt>
                <c:pt idx="437">
                  <c:v>17.22373744479348</c:v>
                </c:pt>
                <c:pt idx="438">
                  <c:v>2.9501753802913626</c:v>
                </c:pt>
                <c:pt idx="439">
                  <c:v>1.8203531058002254</c:v>
                </c:pt>
                <c:pt idx="440">
                  <c:v>12.87665100019603</c:v>
                </c:pt>
                <c:pt idx="441">
                  <c:v>1.0605961720881778</c:v>
                </c:pt>
                <c:pt idx="442">
                  <c:v>2.3670828232345897</c:v>
                </c:pt>
                <c:pt idx="443">
                  <c:v>2.6915020414939446</c:v>
                </c:pt>
                <c:pt idx="444">
                  <c:v>1.9883515895595676</c:v>
                </c:pt>
                <c:pt idx="445">
                  <c:v>1.75516687443455</c:v>
                </c:pt>
                <c:pt idx="446">
                  <c:v>6.786497485155456</c:v>
                </c:pt>
                <c:pt idx="447">
                  <c:v>8.34322625456771</c:v>
                </c:pt>
                <c:pt idx="448">
                  <c:v>6.366406860073246</c:v>
                </c:pt>
                <c:pt idx="449">
                  <c:v>3.671666277781355</c:v>
                </c:pt>
                <c:pt idx="450">
                  <c:v>6.654329102057861</c:v>
                </c:pt>
                <c:pt idx="451">
                  <c:v>3.318445616708314</c:v>
                </c:pt>
                <c:pt idx="452">
                  <c:v>1.2865273722357906</c:v>
                </c:pt>
                <c:pt idx="453">
                  <c:v>1.1621946291628427</c:v>
                </c:pt>
                <c:pt idx="454">
                  <c:v>1.8076153693247767</c:v>
                </c:pt>
                <c:pt idx="455">
                  <c:v>7.940761358235465</c:v>
                </c:pt>
                <c:pt idx="456">
                  <c:v>2.9019256048967375</c:v>
                </c:pt>
                <c:pt idx="457">
                  <c:v>8.502011613122889</c:v>
                </c:pt>
                <c:pt idx="458">
                  <c:v>8.12337991560312</c:v>
                </c:pt>
                <c:pt idx="459">
                  <c:v>3.6160164098241645</c:v>
                </c:pt>
                <c:pt idx="460">
                  <c:v>4.445598718614256</c:v>
                </c:pt>
                <c:pt idx="461">
                  <c:v>2.8033706303202246</c:v>
                </c:pt>
                <c:pt idx="462">
                  <c:v>1.9736665501594397</c:v>
                </c:pt>
                <c:pt idx="463">
                  <c:v>8.890208177594443</c:v>
                </c:pt>
                <c:pt idx="464">
                  <c:v>3.4172177625715325</c:v>
                </c:pt>
                <c:pt idx="465">
                  <c:v>4.18789015994664</c:v>
                </c:pt>
                <c:pt idx="466">
                  <c:v>10.879325272257088</c:v>
                </c:pt>
                <c:pt idx="467">
                  <c:v>4.763827414327146</c:v>
                </c:pt>
                <c:pt idx="468">
                  <c:v>7.3331496257719095</c:v>
                </c:pt>
                <c:pt idx="469">
                  <c:v>9.152692553262392</c:v>
                </c:pt>
                <c:pt idx="470">
                  <c:v>3.2277480031539763</c:v>
                </c:pt>
                <c:pt idx="471">
                  <c:v>4.780847424383894</c:v>
                </c:pt>
                <c:pt idx="472">
                  <c:v>2.962371254542467</c:v>
                </c:pt>
                <c:pt idx="473">
                  <c:v>2.2804024250395574</c:v>
                </c:pt>
                <c:pt idx="474">
                  <c:v>1.334527625699032</c:v>
                </c:pt>
                <c:pt idx="475">
                  <c:v>2.217888501012888</c:v>
                </c:pt>
                <c:pt idx="476">
                  <c:v>6.6945698186137275</c:v>
                </c:pt>
                <c:pt idx="477">
                  <c:v>6.31236186459349</c:v>
                </c:pt>
                <c:pt idx="478">
                  <c:v>2.2168207962867217</c:v>
                </c:pt>
                <c:pt idx="479">
                  <c:v>4.486811832553133</c:v>
                </c:pt>
                <c:pt idx="480">
                  <c:v>5.462933962096072</c:v>
                </c:pt>
                <c:pt idx="481">
                  <c:v>0.9682465864900464</c:v>
                </c:pt>
                <c:pt idx="482">
                  <c:v>4.845315950397298</c:v>
                </c:pt>
                <c:pt idx="483">
                  <c:v>3.17233301774723</c:v>
                </c:pt>
                <c:pt idx="484">
                  <c:v>3.938763625079315</c:v>
                </c:pt>
                <c:pt idx="485">
                  <c:v>4.135340963198376</c:v>
                </c:pt>
                <c:pt idx="486">
                  <c:v>4.583901412638793</c:v>
                </c:pt>
                <c:pt idx="487">
                  <c:v>2.341121679820142</c:v>
                </c:pt>
                <c:pt idx="488">
                  <c:v>1.9697163925875667</c:v>
                </c:pt>
                <c:pt idx="489">
                  <c:v>4.500267153377819</c:v>
                </c:pt>
                <c:pt idx="490">
                  <c:v>5.590108487260649</c:v>
                </c:pt>
                <c:pt idx="491">
                  <c:v>6.235943710742244</c:v>
                </c:pt>
                <c:pt idx="492">
                  <c:v>5.356579213757708</c:v>
                </c:pt>
                <c:pt idx="493">
                  <c:v>5.051916635621902</c:v>
                </c:pt>
                <c:pt idx="494">
                  <c:v>2.7376205743225523</c:v>
                </c:pt>
                <c:pt idx="495">
                  <c:v>2.000278146232622</c:v>
                </c:pt>
                <c:pt idx="496">
                  <c:v>6.652474794796418</c:v>
                </c:pt>
                <c:pt idx="497">
                  <c:v>8.665371663944176</c:v>
                </c:pt>
                <c:pt idx="498">
                  <c:v>4.319169868315771</c:v>
                </c:pt>
                <c:pt idx="499">
                  <c:v>1.397858973328938</c:v>
                </c:pt>
                <c:pt idx="500">
                  <c:v>7.093663935718894</c:v>
                </c:pt>
                <c:pt idx="501">
                  <c:v>5.955279155912037</c:v>
                </c:pt>
                <c:pt idx="502">
                  <c:v>8.693789351091684</c:v>
                </c:pt>
                <c:pt idx="503">
                  <c:v>2.913373914259486</c:v>
                </c:pt>
                <c:pt idx="504">
                  <c:v>6.196545602416171</c:v>
                </c:pt>
                <c:pt idx="505">
                  <c:v>4.957985273076768</c:v>
                </c:pt>
                <c:pt idx="506">
                  <c:v>1.0298714179457262</c:v>
                </c:pt>
                <c:pt idx="507">
                  <c:v>7.07139733644603</c:v>
                </c:pt>
                <c:pt idx="508">
                  <c:v>5.25793700288963</c:v>
                </c:pt>
                <c:pt idx="509">
                  <c:v>2.70151679436455</c:v>
                </c:pt>
                <c:pt idx="510">
                  <c:v>3.153434360497436</c:v>
                </c:pt>
                <c:pt idx="511">
                  <c:v>1.7886692922367577</c:v>
                </c:pt>
                <c:pt idx="512">
                  <c:v>1.527017103788593</c:v>
                </c:pt>
                <c:pt idx="513">
                  <c:v>3.399921064155498</c:v>
                </c:pt>
                <c:pt idx="514">
                  <c:v>7.586378980322323</c:v>
                </c:pt>
                <c:pt idx="515">
                  <c:v>0.8904519366460708</c:v>
                </c:pt>
                <c:pt idx="516">
                  <c:v>1.4614599444252634</c:v>
                </c:pt>
                <c:pt idx="517">
                  <c:v>3.8688479616213636</c:v>
                </c:pt>
                <c:pt idx="518">
                  <c:v>5.643656847001051</c:v>
                </c:pt>
                <c:pt idx="519">
                  <c:v>2.1919276553057614</c:v>
                </c:pt>
                <c:pt idx="520">
                  <c:v>5.180886616847319</c:v>
                </c:pt>
                <c:pt idx="521">
                  <c:v>5.027713175240101</c:v>
                </c:pt>
                <c:pt idx="522">
                  <c:v>7.2050773364294844</c:v>
                </c:pt>
                <c:pt idx="523">
                  <c:v>4.089614156338987</c:v>
                </c:pt>
                <c:pt idx="524">
                  <c:v>7.147537263313857</c:v>
                </c:pt>
                <c:pt idx="525">
                  <c:v>1.588578512013113</c:v>
                </c:pt>
                <c:pt idx="526">
                  <c:v>8.302067721924821</c:v>
                </c:pt>
                <c:pt idx="527">
                  <c:v>16.11222035685881</c:v>
                </c:pt>
                <c:pt idx="528">
                  <c:v>3.031100897634272</c:v>
                </c:pt>
                <c:pt idx="529">
                  <c:v>7.396458232114845</c:v>
                </c:pt>
                <c:pt idx="530">
                  <c:v>8.03566806531352</c:v>
                </c:pt>
                <c:pt idx="531">
                  <c:v>3.4291005056132122</c:v>
                </c:pt>
                <c:pt idx="532">
                  <c:v>1.988059023653781</c:v>
                </c:pt>
                <c:pt idx="533">
                  <c:v>3.011379028745319</c:v>
                </c:pt>
                <c:pt idx="534">
                  <c:v>3.4722017269994208</c:v>
                </c:pt>
                <c:pt idx="535">
                  <c:v>1.3223803669904508</c:v>
                </c:pt>
                <c:pt idx="536">
                  <c:v>6.84848941817806</c:v>
                </c:pt>
                <c:pt idx="537">
                  <c:v>4.521070427862962</c:v>
                </c:pt>
                <c:pt idx="538">
                  <c:v>6.001258127896662</c:v>
                </c:pt>
                <c:pt idx="539">
                  <c:v>4.654480641062493</c:v>
                </c:pt>
                <c:pt idx="540">
                  <c:v>6.640894033240467</c:v>
                </c:pt>
                <c:pt idx="541">
                  <c:v>1.530509835227048</c:v>
                </c:pt>
                <c:pt idx="542">
                  <c:v>1.0025317451956695</c:v>
                </c:pt>
                <c:pt idx="543">
                  <c:v>2.2496981278131334</c:v>
                </c:pt>
                <c:pt idx="544">
                  <c:v>5.469080544381372</c:v>
                </c:pt>
                <c:pt idx="545">
                  <c:v>6.223251472178602</c:v>
                </c:pt>
                <c:pt idx="546">
                  <c:v>3.9382399049157266</c:v>
                </c:pt>
                <c:pt idx="547">
                  <c:v>2.275421802542453</c:v>
                </c:pt>
                <c:pt idx="548">
                  <c:v>5.917505046275711</c:v>
                </c:pt>
                <c:pt idx="549">
                  <c:v>3.2982143774633257</c:v>
                </c:pt>
                <c:pt idx="550">
                  <c:v>5.955541702043828</c:v>
                </c:pt>
                <c:pt idx="551">
                  <c:v>4.350212003227058</c:v>
                </c:pt>
                <c:pt idx="552">
                  <c:v>9.398502554888667</c:v>
                </c:pt>
                <c:pt idx="553">
                  <c:v>1.9389617510111066</c:v>
                </c:pt>
                <c:pt idx="554">
                  <c:v>5.1388757672023875</c:v>
                </c:pt>
                <c:pt idx="555">
                  <c:v>2.0376483454257603</c:v>
                </c:pt>
                <c:pt idx="556">
                  <c:v>4.059124598756775</c:v>
                </c:pt>
                <c:pt idx="557">
                  <c:v>8.670525961429925</c:v>
                </c:pt>
                <c:pt idx="558">
                  <c:v>5.5421720551793126</c:v>
                </c:pt>
                <c:pt idx="559">
                  <c:v>3.1239320546481455</c:v>
                </c:pt>
                <c:pt idx="560">
                  <c:v>2.7779668182818744</c:v>
                </c:pt>
                <c:pt idx="561">
                  <c:v>1.7122936518604193</c:v>
                </c:pt>
                <c:pt idx="562">
                  <c:v>5.265880372303514</c:v>
                </c:pt>
                <c:pt idx="563">
                  <c:v>2.5823230931103605</c:v>
                </c:pt>
                <c:pt idx="564">
                  <c:v>4.9297112520488335</c:v>
                </c:pt>
                <c:pt idx="565">
                  <c:v>3.833356868259854</c:v>
                </c:pt>
                <c:pt idx="566">
                  <c:v>2.1435074865023998</c:v>
                </c:pt>
                <c:pt idx="567">
                  <c:v>13.032749336514637</c:v>
                </c:pt>
                <c:pt idx="568">
                  <c:v>5.788029748421262</c:v>
                </c:pt>
                <c:pt idx="569">
                  <c:v>4.30634418313374</c:v>
                </c:pt>
                <c:pt idx="570">
                  <c:v>1.0531494987127938</c:v>
                </c:pt>
                <c:pt idx="571">
                  <c:v>7.42189972603601</c:v>
                </c:pt>
                <c:pt idx="572">
                  <c:v>4.769302274629251</c:v>
                </c:pt>
                <c:pt idx="573">
                  <c:v>62.48167696752635</c:v>
                </c:pt>
                <c:pt idx="574">
                  <c:v>1.4316187463329577</c:v>
                </c:pt>
                <c:pt idx="575">
                  <c:v>7.721976861030868</c:v>
                </c:pt>
                <c:pt idx="576">
                  <c:v>4.712074854370757</c:v>
                </c:pt>
                <c:pt idx="577">
                  <c:v>5.340175412429623</c:v>
                </c:pt>
                <c:pt idx="578">
                  <c:v>1.7290613036071558</c:v>
                </c:pt>
                <c:pt idx="579">
                  <c:v>2.35440772887022</c:v>
                </c:pt>
                <c:pt idx="580">
                  <c:v>5.768318785114466</c:v>
                </c:pt>
                <c:pt idx="581">
                  <c:v>1.8911786998636075</c:v>
                </c:pt>
                <c:pt idx="582">
                  <c:v>1.073825663214532</c:v>
                </c:pt>
                <c:pt idx="583">
                  <c:v>5.763524811603564</c:v>
                </c:pt>
                <c:pt idx="584">
                  <c:v>4.6836130430127945</c:v>
                </c:pt>
                <c:pt idx="585">
                  <c:v>7.62606253118523</c:v>
                </c:pt>
                <c:pt idx="586">
                  <c:v>4.462422466308978</c:v>
                </c:pt>
                <c:pt idx="587">
                  <c:v>3.526076405481124</c:v>
                </c:pt>
                <c:pt idx="588">
                  <c:v>6.105674001381819</c:v>
                </c:pt>
                <c:pt idx="589">
                  <c:v>7.350774475972201</c:v>
                </c:pt>
                <c:pt idx="590">
                  <c:v>4.939255136857046</c:v>
                </c:pt>
                <c:pt idx="591">
                  <c:v>1.6676512355112956</c:v>
                </c:pt>
                <c:pt idx="592">
                  <c:v>8.706007058430231</c:v>
                </c:pt>
                <c:pt idx="593">
                  <c:v>1.5034126218153092</c:v>
                </c:pt>
                <c:pt idx="594">
                  <c:v>6.21501741406226</c:v>
                </c:pt>
                <c:pt idx="595">
                  <c:v>0.41106728897394174</c:v>
                </c:pt>
                <c:pt idx="596">
                  <c:v>8.357494827750608</c:v>
                </c:pt>
                <c:pt idx="597">
                  <c:v>3.950344571531802</c:v>
                </c:pt>
                <c:pt idx="598">
                  <c:v>5.997894355113274</c:v>
                </c:pt>
                <c:pt idx="599">
                  <c:v>3.985962701791008</c:v>
                </c:pt>
                <c:pt idx="600">
                  <c:v>5.572328807249972</c:v>
                </c:pt>
                <c:pt idx="601">
                  <c:v>1.6252814057177285</c:v>
                </c:pt>
                <c:pt idx="602">
                  <c:v>1.9395542508198442</c:v>
                </c:pt>
                <c:pt idx="603">
                  <c:v>2.092091035044099</c:v>
                </c:pt>
                <c:pt idx="604">
                  <c:v>19.723410085278754</c:v>
                </c:pt>
                <c:pt idx="605">
                  <c:v>2.9671151548424666</c:v>
                </c:pt>
                <c:pt idx="606">
                  <c:v>1.6015290628799663</c:v>
                </c:pt>
                <c:pt idx="607">
                  <c:v>5.733015711730417</c:v>
                </c:pt>
                <c:pt idx="608">
                  <c:v>3.7806041872426928</c:v>
                </c:pt>
                <c:pt idx="609">
                  <c:v>4.320196249754844</c:v>
                </c:pt>
                <c:pt idx="610">
                  <c:v>2.6018134905945822</c:v>
                </c:pt>
                <c:pt idx="611">
                  <c:v>14.825806521996002</c:v>
                </c:pt>
                <c:pt idx="612">
                  <c:v>7.866623247443559</c:v>
                </c:pt>
                <c:pt idx="613">
                  <c:v>1.4726413196235564</c:v>
                </c:pt>
                <c:pt idx="614">
                  <c:v>2.2921218376255696</c:v>
                </c:pt>
                <c:pt idx="615">
                  <c:v>0.3810691652345852</c:v>
                </c:pt>
                <c:pt idx="616">
                  <c:v>10.887068286018858</c:v>
                </c:pt>
                <c:pt idx="617">
                  <c:v>5.510512118813247</c:v>
                </c:pt>
                <c:pt idx="618">
                  <c:v>4.043362347732775</c:v>
                </c:pt>
                <c:pt idx="619">
                  <c:v>6.075311056393975</c:v>
                </c:pt>
                <c:pt idx="620">
                  <c:v>6.034104386429098</c:v>
                </c:pt>
                <c:pt idx="621">
                  <c:v>4.189560468777898</c:v>
                </c:pt>
                <c:pt idx="622">
                  <c:v>5.038885162024706</c:v>
                </c:pt>
                <c:pt idx="623">
                  <c:v>4.169474544538937</c:v>
                </c:pt>
                <c:pt idx="624">
                  <c:v>5.6240331048591585</c:v>
                </c:pt>
                <c:pt idx="625">
                  <c:v>1.7344010354097223</c:v>
                </c:pt>
                <c:pt idx="626">
                  <c:v>8.749642305319963</c:v>
                </c:pt>
                <c:pt idx="627">
                  <c:v>1.093605147624232</c:v>
                </c:pt>
                <c:pt idx="628">
                  <c:v>2.6687133906005567</c:v>
                </c:pt>
                <c:pt idx="629">
                  <c:v>3.865823408282941</c:v>
                </c:pt>
                <c:pt idx="630">
                  <c:v>1.612495411122969</c:v>
                </c:pt>
                <c:pt idx="631">
                  <c:v>1.0827428803104047</c:v>
                </c:pt>
                <c:pt idx="632">
                  <c:v>5.8404941190863</c:v>
                </c:pt>
                <c:pt idx="633">
                  <c:v>0.602237355143613</c:v>
                </c:pt>
                <c:pt idx="634">
                  <c:v>1.6290300740574106</c:v>
                </c:pt>
                <c:pt idx="635">
                  <c:v>5.623875690230097</c:v>
                </c:pt>
                <c:pt idx="636">
                  <c:v>1.9263617022145447</c:v>
                </c:pt>
                <c:pt idx="637">
                  <c:v>4.215785508678929</c:v>
                </c:pt>
                <c:pt idx="638">
                  <c:v>3.8138579767029093</c:v>
                </c:pt>
                <c:pt idx="639">
                  <c:v>3.3089676715518843</c:v>
                </c:pt>
                <c:pt idx="640">
                  <c:v>43.78353133151094</c:v>
                </c:pt>
                <c:pt idx="641">
                  <c:v>6.46871273063265</c:v>
                </c:pt>
                <c:pt idx="642">
                  <c:v>6.28211587138841</c:v>
                </c:pt>
                <c:pt idx="643">
                  <c:v>4.732235138899546</c:v>
                </c:pt>
                <c:pt idx="644">
                  <c:v>6.368261908221929</c:v>
                </c:pt>
                <c:pt idx="645">
                  <c:v>2.1449452647535048</c:v>
                </c:pt>
                <c:pt idx="646">
                  <c:v>2.998865600740118</c:v>
                </c:pt>
                <c:pt idx="647">
                  <c:v>9.549230767474686</c:v>
                </c:pt>
                <c:pt idx="648">
                  <c:v>2.0767576775981436</c:v>
                </c:pt>
                <c:pt idx="649">
                  <c:v>1.7972706654583672</c:v>
                </c:pt>
                <c:pt idx="650">
                  <c:v>5.65699886165026</c:v>
                </c:pt>
                <c:pt idx="651">
                  <c:v>1.0622822405809618</c:v>
                </c:pt>
                <c:pt idx="652">
                  <c:v>6.398735196819476</c:v>
                </c:pt>
                <c:pt idx="653">
                  <c:v>4.562440125689616</c:v>
                </c:pt>
                <c:pt idx="654">
                  <c:v>4.610150106510371</c:v>
                </c:pt>
                <c:pt idx="655">
                  <c:v>1.7915583989457544</c:v>
                </c:pt>
                <c:pt idx="656">
                  <c:v>6.3783258398474425</c:v>
                </c:pt>
                <c:pt idx="657">
                  <c:v>2.781222442862026</c:v>
                </c:pt>
                <c:pt idx="658">
                  <c:v>1.3029929782655136</c:v>
                </c:pt>
                <c:pt idx="659">
                  <c:v>4.632141670376291</c:v>
                </c:pt>
                <c:pt idx="660">
                  <c:v>6.778278015881047</c:v>
                </c:pt>
                <c:pt idx="661">
                  <c:v>5.07159943117413</c:v>
                </c:pt>
                <c:pt idx="662">
                  <c:v>5.92784570712015</c:v>
                </c:pt>
                <c:pt idx="663">
                  <c:v>1.131551327710008</c:v>
                </c:pt>
                <c:pt idx="664">
                  <c:v>4.900449586489862</c:v>
                </c:pt>
                <c:pt idx="665">
                  <c:v>4.697384292425087</c:v>
                </c:pt>
                <c:pt idx="666">
                  <c:v>9.052379585187698</c:v>
                </c:pt>
                <c:pt idx="667">
                  <c:v>2.9178514804595883</c:v>
                </c:pt>
                <c:pt idx="668">
                  <c:v>7.7229619418060835</c:v>
                </c:pt>
                <c:pt idx="669">
                  <c:v>0.903404314537361</c:v>
                </c:pt>
                <c:pt idx="670">
                  <c:v>4.051905625578026</c:v>
                </c:pt>
                <c:pt idx="671">
                  <c:v>5.99117451373593</c:v>
                </c:pt>
                <c:pt idx="672">
                  <c:v>5.799290441296435</c:v>
                </c:pt>
                <c:pt idx="673">
                  <c:v>6.029567044871543</c:v>
                </c:pt>
                <c:pt idx="674">
                  <c:v>3.569651800219178</c:v>
                </c:pt>
                <c:pt idx="675">
                  <c:v>0.8008496111804775</c:v>
                </c:pt>
                <c:pt idx="676">
                  <c:v>5.505035759782337</c:v>
                </c:pt>
                <c:pt idx="677">
                  <c:v>3.0207027393958485</c:v>
                </c:pt>
                <c:pt idx="678">
                  <c:v>2.3633568773443736</c:v>
                </c:pt>
                <c:pt idx="679">
                  <c:v>3.33484537163401</c:v>
                </c:pt>
                <c:pt idx="680">
                  <c:v>0.7652537157788898</c:v>
                </c:pt>
                <c:pt idx="681">
                  <c:v>10.077598559854101</c:v>
                </c:pt>
                <c:pt idx="682">
                  <c:v>2.1167564839480515</c:v>
                </c:pt>
                <c:pt idx="683">
                  <c:v>1.8859709193543754</c:v>
                </c:pt>
                <c:pt idx="684">
                  <c:v>2.4094431310374333</c:v>
                </c:pt>
                <c:pt idx="685">
                  <c:v>5.793972488142413</c:v>
                </c:pt>
                <c:pt idx="686">
                  <c:v>3.3025875809865397</c:v>
                </c:pt>
                <c:pt idx="687">
                  <c:v>1.6456803184419984</c:v>
                </c:pt>
                <c:pt idx="688">
                  <c:v>6.990270833175132</c:v>
                </c:pt>
                <c:pt idx="689">
                  <c:v>6.203404869559127</c:v>
                </c:pt>
                <c:pt idx="690">
                  <c:v>13.749931786303273</c:v>
                </c:pt>
                <c:pt idx="691">
                  <c:v>3.3561332008089386</c:v>
                </c:pt>
                <c:pt idx="692">
                  <c:v>6.430818424603602</c:v>
                </c:pt>
                <c:pt idx="693">
                  <c:v>1.9981190867160215</c:v>
                </c:pt>
                <c:pt idx="694">
                  <c:v>7.455124957767989</c:v>
                </c:pt>
                <c:pt idx="695">
                  <c:v>1.1396408068376824</c:v>
                </c:pt>
                <c:pt idx="696">
                  <c:v>2.2541246280194067</c:v>
                </c:pt>
                <c:pt idx="697">
                  <c:v>24.67963432304864</c:v>
                </c:pt>
                <c:pt idx="698">
                  <c:v>4.114645465897895</c:v>
                </c:pt>
                <c:pt idx="699">
                  <c:v>4.390123630515993</c:v>
                </c:pt>
                <c:pt idx="700">
                  <c:v>2.1035408963953244</c:v>
                </c:pt>
                <c:pt idx="701">
                  <c:v>1.6094292102810595</c:v>
                </c:pt>
                <c:pt idx="702">
                  <c:v>3.3577798098380702</c:v>
                </c:pt>
                <c:pt idx="703">
                  <c:v>6.885680871390905</c:v>
                </c:pt>
                <c:pt idx="704">
                  <c:v>4.539138346683492</c:v>
                </c:pt>
                <c:pt idx="705">
                  <c:v>3.7375317101509777</c:v>
                </c:pt>
                <c:pt idx="706">
                  <c:v>6.62017231676054</c:v>
                </c:pt>
                <c:pt idx="707">
                  <c:v>5.500046706969979</c:v>
                </c:pt>
                <c:pt idx="708">
                  <c:v>4.219303063170563</c:v>
                </c:pt>
                <c:pt idx="709">
                  <c:v>6.071489761391744</c:v>
                </c:pt>
                <c:pt idx="710">
                  <c:v>4.707906468027738</c:v>
                </c:pt>
                <c:pt idx="711">
                  <c:v>2.2371271557431434</c:v>
                </c:pt>
                <c:pt idx="712">
                  <c:v>3.7131792498891736</c:v>
                </c:pt>
                <c:pt idx="713">
                  <c:v>4.292324524949463</c:v>
                </c:pt>
                <c:pt idx="714">
                  <c:v>1.1690002278902398</c:v>
                </c:pt>
                <c:pt idx="715">
                  <c:v>5.202688775717597</c:v>
                </c:pt>
                <c:pt idx="716">
                  <c:v>5.810584301300803</c:v>
                </c:pt>
                <c:pt idx="717">
                  <c:v>3.214159347625264</c:v>
                </c:pt>
                <c:pt idx="718">
                  <c:v>3.503807732522993</c:v>
                </c:pt>
                <c:pt idx="719">
                  <c:v>24.48415081411172</c:v>
                </c:pt>
                <c:pt idx="720">
                  <c:v>7.221586367840563</c:v>
                </c:pt>
                <c:pt idx="721">
                  <c:v>2.6549759471606422</c:v>
                </c:pt>
                <c:pt idx="722">
                  <c:v>1.8637930506430307</c:v>
                </c:pt>
                <c:pt idx="723">
                  <c:v>0.4721805599509844</c:v>
                </c:pt>
                <c:pt idx="724">
                  <c:v>9.509441232690822</c:v>
                </c:pt>
                <c:pt idx="725">
                  <c:v>5.465595170099205</c:v>
                </c:pt>
                <c:pt idx="726">
                  <c:v>13.580263942691001</c:v>
                </c:pt>
                <c:pt idx="727">
                  <c:v>3.9550549452206107</c:v>
                </c:pt>
                <c:pt idx="728">
                  <c:v>4.1125453999050485</c:v>
                </c:pt>
                <c:pt idx="729">
                  <c:v>3.0117629623528996</c:v>
                </c:pt>
                <c:pt idx="730">
                  <c:v>1.766510331963632</c:v>
                </c:pt>
                <c:pt idx="731">
                  <c:v>3.778002162156423</c:v>
                </c:pt>
                <c:pt idx="732">
                  <c:v>2.130674351322021</c:v>
                </c:pt>
                <c:pt idx="733">
                  <c:v>5.766073595640175</c:v>
                </c:pt>
                <c:pt idx="734">
                  <c:v>6.3383401525902565</c:v>
                </c:pt>
                <c:pt idx="735">
                  <c:v>3.341195103660348</c:v>
                </c:pt>
                <c:pt idx="736">
                  <c:v>4.483813328785553</c:v>
                </c:pt>
                <c:pt idx="737">
                  <c:v>2.9178880681587303</c:v>
                </c:pt>
                <c:pt idx="738">
                  <c:v>4.975810357963102</c:v>
                </c:pt>
                <c:pt idx="739">
                  <c:v>5.635062450788802</c:v>
                </c:pt>
                <c:pt idx="740">
                  <c:v>3.5766036845224094</c:v>
                </c:pt>
                <c:pt idx="741">
                  <c:v>4.202872955498508</c:v>
                </c:pt>
                <c:pt idx="742">
                  <c:v>2.610030242028205</c:v>
                </c:pt>
                <c:pt idx="743">
                  <c:v>11.814264308006695</c:v>
                </c:pt>
                <c:pt idx="744">
                  <c:v>3.2630802834006043</c:v>
                </c:pt>
                <c:pt idx="745">
                  <c:v>6.630711480654435</c:v>
                </c:pt>
                <c:pt idx="746">
                  <c:v>4.3310209548931375</c:v>
                </c:pt>
                <c:pt idx="747">
                  <c:v>3.0083716104568157</c:v>
                </c:pt>
                <c:pt idx="748">
                  <c:v>4.882616487886015</c:v>
                </c:pt>
                <c:pt idx="749">
                  <c:v>11.590009437846938</c:v>
                </c:pt>
                <c:pt idx="750">
                  <c:v>1.677015952995208</c:v>
                </c:pt>
                <c:pt idx="751">
                  <c:v>5.984271734352649</c:v>
                </c:pt>
                <c:pt idx="752">
                  <c:v>6.847918054321192</c:v>
                </c:pt>
                <c:pt idx="753">
                  <c:v>5.675360972972191</c:v>
                </c:pt>
                <c:pt idx="754">
                  <c:v>3.0184945768794433</c:v>
                </c:pt>
                <c:pt idx="755">
                  <c:v>5.000058020680897</c:v>
                </c:pt>
                <c:pt idx="756">
                  <c:v>5.615999299004184</c:v>
                </c:pt>
                <c:pt idx="757">
                  <c:v>2.3279429366141504</c:v>
                </c:pt>
                <c:pt idx="758">
                  <c:v>5.369504612544933</c:v>
                </c:pt>
                <c:pt idx="759">
                  <c:v>9.223147241994937</c:v>
                </c:pt>
                <c:pt idx="760">
                  <c:v>4.947717794806035</c:v>
                </c:pt>
                <c:pt idx="761">
                  <c:v>5.9427289988675955</c:v>
                </c:pt>
                <c:pt idx="762">
                  <c:v>7.1540068501375895</c:v>
                </c:pt>
                <c:pt idx="763">
                  <c:v>1.4347887347205888</c:v>
                </c:pt>
                <c:pt idx="764">
                  <c:v>2.9834735963888104</c:v>
                </c:pt>
                <c:pt idx="765">
                  <c:v>2.484865837565446</c:v>
                </c:pt>
                <c:pt idx="766">
                  <c:v>11.28267244200407</c:v>
                </c:pt>
                <c:pt idx="767">
                  <c:v>6.4346199206473464</c:v>
                </c:pt>
                <c:pt idx="768">
                  <c:v>1.6530026694925444</c:v>
                </c:pt>
                <c:pt idx="769">
                  <c:v>2.568220206047337</c:v>
                </c:pt>
                <c:pt idx="770">
                  <c:v>3.9164685336649803</c:v>
                </c:pt>
                <c:pt idx="771">
                  <c:v>4.746866010699804</c:v>
                </c:pt>
                <c:pt idx="772">
                  <c:v>5.3081594559836365</c:v>
                </c:pt>
                <c:pt idx="773">
                  <c:v>1.7921331701656458</c:v>
                </c:pt>
                <c:pt idx="774">
                  <c:v>3.3308842933294183</c:v>
                </c:pt>
                <c:pt idx="775">
                  <c:v>2.891777752013957</c:v>
                </c:pt>
                <c:pt idx="776">
                  <c:v>4.440746476390557</c:v>
                </c:pt>
                <c:pt idx="777">
                  <c:v>1.6818455765919686</c:v>
                </c:pt>
                <c:pt idx="778">
                  <c:v>4.552848612766099</c:v>
                </c:pt>
                <c:pt idx="779">
                  <c:v>12.004878421740667</c:v>
                </c:pt>
                <c:pt idx="780">
                  <c:v>5.274452434621013</c:v>
                </c:pt>
                <c:pt idx="781">
                  <c:v>1.6640708530340937</c:v>
                </c:pt>
                <c:pt idx="782">
                  <c:v>1.6970660140098601</c:v>
                </c:pt>
                <c:pt idx="783">
                  <c:v>1.4328723337967624</c:v>
                </c:pt>
                <c:pt idx="784">
                  <c:v>1.5019533275531523</c:v>
                </c:pt>
                <c:pt idx="785">
                  <c:v>2.3128072688275947</c:v>
                </c:pt>
                <c:pt idx="786">
                  <c:v>0.9165345115840838</c:v>
                </c:pt>
                <c:pt idx="787">
                  <c:v>1.9108209001405634</c:v>
                </c:pt>
                <c:pt idx="788">
                  <c:v>3.829584249083842</c:v>
                </c:pt>
                <c:pt idx="789">
                  <c:v>22.607818797777462</c:v>
                </c:pt>
                <c:pt idx="790">
                  <c:v>6.093220858969275</c:v>
                </c:pt>
                <c:pt idx="791">
                  <c:v>1.6464661964116563</c:v>
                </c:pt>
                <c:pt idx="792">
                  <c:v>2.6191953761627618</c:v>
                </c:pt>
                <c:pt idx="793">
                  <c:v>5.66815883946178</c:v>
                </c:pt>
                <c:pt idx="794">
                  <c:v>3.5021407919837477</c:v>
                </c:pt>
                <c:pt idx="795">
                  <c:v>4.635342982813608</c:v>
                </c:pt>
                <c:pt idx="796">
                  <c:v>0.4579671505641418</c:v>
                </c:pt>
                <c:pt idx="797">
                  <c:v>4.240080582511283</c:v>
                </c:pt>
                <c:pt idx="798">
                  <c:v>5.9917204847007834</c:v>
                </c:pt>
                <c:pt idx="799">
                  <c:v>6.812308202898752</c:v>
                </c:pt>
                <c:pt idx="800">
                  <c:v>0.9351155351991886</c:v>
                </c:pt>
                <c:pt idx="801">
                  <c:v>1.8450684198601202</c:v>
                </c:pt>
                <c:pt idx="802">
                  <c:v>9.013013433067687</c:v>
                </c:pt>
                <c:pt idx="803">
                  <c:v>3.8114456300011628</c:v>
                </c:pt>
                <c:pt idx="804">
                  <c:v>21.156259259429298</c:v>
                </c:pt>
                <c:pt idx="805">
                  <c:v>3.0501189134776303</c:v>
                </c:pt>
                <c:pt idx="806">
                  <c:v>4.3417265560369085</c:v>
                </c:pt>
                <c:pt idx="807">
                  <c:v>4.2306891785252025</c:v>
                </c:pt>
                <c:pt idx="808">
                  <c:v>3.230488085116978</c:v>
                </c:pt>
                <c:pt idx="809">
                  <c:v>7.813594780873613</c:v>
                </c:pt>
                <c:pt idx="810">
                  <c:v>5.653927253709665</c:v>
                </c:pt>
                <c:pt idx="811">
                  <c:v>5.29662455018856</c:v>
                </c:pt>
                <c:pt idx="812">
                  <c:v>2.3069199556316353</c:v>
                </c:pt>
                <c:pt idx="813">
                  <c:v>5.579902125253824</c:v>
                </c:pt>
                <c:pt idx="814">
                  <c:v>13.464383032656285</c:v>
                </c:pt>
                <c:pt idx="815">
                  <c:v>4.394308000213955</c:v>
                </c:pt>
                <c:pt idx="816">
                  <c:v>6.634991120174374</c:v>
                </c:pt>
                <c:pt idx="817">
                  <c:v>5.0109546641670235</c:v>
                </c:pt>
                <c:pt idx="818">
                  <c:v>6.802645265440735</c:v>
                </c:pt>
                <c:pt idx="819">
                  <c:v>5.191186125226526</c:v>
                </c:pt>
                <c:pt idx="820">
                  <c:v>1.056892169778003</c:v>
                </c:pt>
                <c:pt idx="821">
                  <c:v>2.7971031487141462</c:v>
                </c:pt>
                <c:pt idx="822">
                  <c:v>1.2763387627298532</c:v>
                </c:pt>
                <c:pt idx="823">
                  <c:v>5.643656847001051</c:v>
                </c:pt>
                <c:pt idx="824">
                  <c:v>6.642090473374352</c:v>
                </c:pt>
                <c:pt idx="825">
                  <c:v>2.7865818728509417</c:v>
                </c:pt>
                <c:pt idx="826">
                  <c:v>37.72648899072628</c:v>
                </c:pt>
                <c:pt idx="827">
                  <c:v>4.095034887794204</c:v>
                </c:pt>
                <c:pt idx="828">
                  <c:v>1.7954825841947446</c:v>
                </c:pt>
                <c:pt idx="829">
                  <c:v>6.881454832648093</c:v>
                </c:pt>
                <c:pt idx="830">
                  <c:v>5.316667464535679</c:v>
                </c:pt>
                <c:pt idx="831">
                  <c:v>3.710538602591186</c:v>
                </c:pt>
                <c:pt idx="832">
                  <c:v>2.1936260773966207</c:v>
                </c:pt>
                <c:pt idx="833">
                  <c:v>7.468223568183942</c:v>
                </c:pt>
                <c:pt idx="834">
                  <c:v>5.892245213657779</c:v>
                </c:pt>
                <c:pt idx="835">
                  <c:v>4.930380750407765</c:v>
                </c:pt>
                <c:pt idx="836">
                  <c:v>1.564343907705704</c:v>
                </c:pt>
                <c:pt idx="837">
                  <c:v>4.065034314876169</c:v>
                </c:pt>
                <c:pt idx="838">
                  <c:v>1.5004676663630578</c:v>
                </c:pt>
                <c:pt idx="839">
                  <c:v>5.45967231174272</c:v>
                </c:pt>
                <c:pt idx="840">
                  <c:v>4.049913605268699</c:v>
                </c:pt>
                <c:pt idx="841">
                  <c:v>4.9824037548414735</c:v>
                </c:pt>
                <c:pt idx="842">
                  <c:v>8.75033976949212</c:v>
                </c:pt>
                <c:pt idx="843">
                  <c:v>2.273805505875727</c:v>
                </c:pt>
                <c:pt idx="844">
                  <c:v>1.9971438900277443</c:v>
                </c:pt>
                <c:pt idx="845">
                  <c:v>2.781576230352197</c:v>
                </c:pt>
                <c:pt idx="846">
                  <c:v>5.635062450788802</c:v>
                </c:pt>
                <c:pt idx="847">
                  <c:v>3.985748980185603</c:v>
                </c:pt>
                <c:pt idx="848">
                  <c:v>5.272756487240059</c:v>
                </c:pt>
                <c:pt idx="849">
                  <c:v>9.237083477632172</c:v>
                </c:pt>
                <c:pt idx="850">
                  <c:v>3.2228588348215284</c:v>
                </c:pt>
                <c:pt idx="851">
                  <c:v>10.116022393252175</c:v>
                </c:pt>
                <c:pt idx="852">
                  <c:v>6.014726757964273</c:v>
                </c:pt>
                <c:pt idx="853">
                  <c:v>6.160886915651144</c:v>
                </c:pt>
                <c:pt idx="854">
                  <c:v>1.9161150133470632</c:v>
                </c:pt>
                <c:pt idx="855">
                  <c:v>1.19126223362481</c:v>
                </c:pt>
                <c:pt idx="856">
                  <c:v>5.686784744627521</c:v>
                </c:pt>
                <c:pt idx="857">
                  <c:v>1.962499895937347</c:v>
                </c:pt>
                <c:pt idx="858">
                  <c:v>3.664602417640674</c:v>
                </c:pt>
                <c:pt idx="859">
                  <c:v>8.891288493922394</c:v>
                </c:pt>
                <c:pt idx="860">
                  <c:v>6.524590631377036</c:v>
                </c:pt>
                <c:pt idx="861">
                  <c:v>8.552934603963546</c:v>
                </c:pt>
                <c:pt idx="862">
                  <c:v>0.8741701353169774</c:v>
                </c:pt>
                <c:pt idx="863">
                  <c:v>3.9439033423675007</c:v>
                </c:pt>
                <c:pt idx="864">
                  <c:v>4.701784856810182</c:v>
                </c:pt>
                <c:pt idx="865">
                  <c:v>4.658931875865731</c:v>
                </c:pt>
                <c:pt idx="866">
                  <c:v>2.0414395117816264</c:v>
                </c:pt>
                <c:pt idx="867">
                  <c:v>6.761704549308914</c:v>
                </c:pt>
                <c:pt idx="868">
                  <c:v>5.876126509574671</c:v>
                </c:pt>
                <c:pt idx="869">
                  <c:v>1.2969856495988348</c:v>
                </c:pt>
                <c:pt idx="870">
                  <c:v>6.113984317274705</c:v>
                </c:pt>
                <c:pt idx="871">
                  <c:v>3.9363092322989113</c:v>
                </c:pt>
                <c:pt idx="872">
                  <c:v>6.918276051908791</c:v>
                </c:pt>
                <c:pt idx="873">
                  <c:v>2.2876857206147174</c:v>
                </c:pt>
                <c:pt idx="874">
                  <c:v>2.373654377176106</c:v>
                </c:pt>
                <c:pt idx="875">
                  <c:v>6.990844278827487</c:v>
                </c:pt>
                <c:pt idx="876">
                  <c:v>1.1185533525231557</c:v>
                </c:pt>
                <c:pt idx="877">
                  <c:v>16.883728344705663</c:v>
                </c:pt>
                <c:pt idx="878">
                  <c:v>0.6218792854851195</c:v>
                </c:pt>
                <c:pt idx="879">
                  <c:v>6.1225013081663855</c:v>
                </c:pt>
                <c:pt idx="880">
                  <c:v>4.775051994292428</c:v>
                </c:pt>
                <c:pt idx="881">
                  <c:v>4.317530292659017</c:v>
                </c:pt>
                <c:pt idx="882">
                  <c:v>4.233201186772923</c:v>
                </c:pt>
                <c:pt idx="883">
                  <c:v>5.2664958047385575</c:v>
                </c:pt>
                <c:pt idx="884">
                  <c:v>4.849062626452364</c:v>
                </c:pt>
                <c:pt idx="885">
                  <c:v>2.954251415227209</c:v>
                </c:pt>
                <c:pt idx="886">
                  <c:v>3.6659498885835466</c:v>
                </c:pt>
                <c:pt idx="887">
                  <c:v>4.87921351674279</c:v>
                </c:pt>
                <c:pt idx="888">
                  <c:v>4.1720655534540505</c:v>
                </c:pt>
                <c:pt idx="889">
                  <c:v>3.6246654857512115</c:v>
                </c:pt>
                <c:pt idx="890">
                  <c:v>1.2723216662894883</c:v>
                </c:pt>
                <c:pt idx="891">
                  <c:v>8.103007027975467</c:v>
                </c:pt>
                <c:pt idx="892">
                  <c:v>2.9647418532660086</c:v>
                </c:pt>
                <c:pt idx="893">
                  <c:v>4.61112604304024</c:v>
                </c:pt>
                <c:pt idx="894">
                  <c:v>5.651173743023664</c:v>
                </c:pt>
                <c:pt idx="895">
                  <c:v>6.781082019219375</c:v>
                </c:pt>
                <c:pt idx="896">
                  <c:v>2.9270769108556003</c:v>
                </c:pt>
                <c:pt idx="897">
                  <c:v>1.6329194169253294</c:v>
                </c:pt>
                <c:pt idx="898">
                  <c:v>3.2905327329184337</c:v>
                </c:pt>
                <c:pt idx="899">
                  <c:v>1.9903755597876647</c:v>
                </c:pt>
                <c:pt idx="900">
                  <c:v>7.7319840564793125</c:v>
                </c:pt>
                <c:pt idx="901">
                  <c:v>5.600753375856602</c:v>
                </c:pt>
                <c:pt idx="902">
                  <c:v>3.0638308735451085</c:v>
                </c:pt>
                <c:pt idx="903">
                  <c:v>2.364027144480973</c:v>
                </c:pt>
                <c:pt idx="904">
                  <c:v>2.986484930097846</c:v>
                </c:pt>
                <c:pt idx="905">
                  <c:v>4.824013908975071</c:v>
                </c:pt>
                <c:pt idx="906">
                  <c:v>9.644700970885774</c:v>
                </c:pt>
                <c:pt idx="907">
                  <c:v>4.2199129381815625</c:v>
                </c:pt>
                <c:pt idx="908">
                  <c:v>5.556086472752598</c:v>
                </c:pt>
                <c:pt idx="909">
                  <c:v>5.53848221479339</c:v>
                </c:pt>
                <c:pt idx="910">
                  <c:v>0.5202439745215536</c:v>
                </c:pt>
                <c:pt idx="911">
                  <c:v>4.798452301233445</c:v>
                </c:pt>
                <c:pt idx="912">
                  <c:v>3.4283226668039406</c:v>
                </c:pt>
                <c:pt idx="913">
                  <c:v>8.486248201753563</c:v>
                </c:pt>
                <c:pt idx="914">
                  <c:v>3.9978214865167994</c:v>
                </c:pt>
                <c:pt idx="915">
                  <c:v>3.218703251593264</c:v>
                </c:pt>
                <c:pt idx="916">
                  <c:v>2.48367189807256</c:v>
                </c:pt>
                <c:pt idx="917">
                  <c:v>5.7309525269594115</c:v>
                </c:pt>
                <c:pt idx="918">
                  <c:v>19.683737289830475</c:v>
                </c:pt>
                <c:pt idx="919">
                  <c:v>6.344448570162264</c:v>
                </c:pt>
                <c:pt idx="920">
                  <c:v>5.18811516212005</c:v>
                </c:pt>
                <c:pt idx="921">
                  <c:v>6.274127179250251</c:v>
                </c:pt>
                <c:pt idx="922">
                  <c:v>6.2431385159402994</c:v>
                </c:pt>
                <c:pt idx="923">
                  <c:v>3.691218093532485</c:v>
                </c:pt>
                <c:pt idx="924">
                  <c:v>3.85018519292999</c:v>
                </c:pt>
                <c:pt idx="925">
                  <c:v>2.684799797292713</c:v>
                </c:pt>
                <c:pt idx="926">
                  <c:v>7.910751800987535</c:v>
                </c:pt>
                <c:pt idx="927">
                  <c:v>2.4094752386081</c:v>
                </c:pt>
                <c:pt idx="928">
                  <c:v>6.007420672111038</c:v>
                </c:pt>
                <c:pt idx="929">
                  <c:v>8.247974096290749</c:v>
                </c:pt>
                <c:pt idx="930">
                  <c:v>3.453190297410628</c:v>
                </c:pt>
                <c:pt idx="931">
                  <c:v>3.4513687525839707</c:v>
                </c:pt>
                <c:pt idx="932">
                  <c:v>4.603299879352445</c:v>
                </c:pt>
                <c:pt idx="933">
                  <c:v>4.887578768405595</c:v>
                </c:pt>
                <c:pt idx="934">
                  <c:v>1.531950615506307</c:v>
                </c:pt>
                <c:pt idx="935">
                  <c:v>4.885364300903651</c:v>
                </c:pt>
                <c:pt idx="936">
                  <c:v>1.1079431061898006</c:v>
                </c:pt>
                <c:pt idx="937">
                  <c:v>1.661971964527216</c:v>
                </c:pt>
                <c:pt idx="938">
                  <c:v>6.324840020366042</c:v>
                </c:pt>
                <c:pt idx="939">
                  <c:v>3.242750726566805</c:v>
                </c:pt>
                <c:pt idx="940">
                  <c:v>2.8785552569825383</c:v>
                </c:pt>
                <c:pt idx="941">
                  <c:v>11.123427298676456</c:v>
                </c:pt>
                <c:pt idx="942">
                  <c:v>7.412172306439399</c:v>
                </c:pt>
                <c:pt idx="943">
                  <c:v>8.62001579113175</c:v>
                </c:pt>
                <c:pt idx="944">
                  <c:v>4.183194492404891</c:v>
                </c:pt>
                <c:pt idx="945">
                  <c:v>1.4547584958378936</c:v>
                </c:pt>
                <c:pt idx="946">
                  <c:v>5.298318892207515</c:v>
                </c:pt>
                <c:pt idx="947">
                  <c:v>2.5989667445928206</c:v>
                </c:pt>
                <c:pt idx="948">
                  <c:v>4.265368149526154</c:v>
                </c:pt>
                <c:pt idx="949">
                  <c:v>2.462838216912094</c:v>
                </c:pt>
                <c:pt idx="950">
                  <c:v>3.745917547179662</c:v>
                </c:pt>
                <c:pt idx="951">
                  <c:v>4.546804050624984</c:v>
                </c:pt>
                <c:pt idx="952">
                  <c:v>4.585209743028967</c:v>
                </c:pt>
                <c:pt idx="953">
                  <c:v>6.807263814021983</c:v>
                </c:pt>
                <c:pt idx="954">
                  <c:v>7.917288199972465</c:v>
                </c:pt>
                <c:pt idx="955">
                  <c:v>3.0822415821804268</c:v>
                </c:pt>
                <c:pt idx="956">
                  <c:v>11.755514562494946</c:v>
                </c:pt>
                <c:pt idx="957">
                  <c:v>2.6007188124948635</c:v>
                </c:pt>
                <c:pt idx="958">
                  <c:v>2.382852767755271</c:v>
                </c:pt>
                <c:pt idx="959">
                  <c:v>3.0644012167260244</c:v>
                </c:pt>
                <c:pt idx="960">
                  <c:v>3.064252898925201</c:v>
                </c:pt>
                <c:pt idx="961">
                  <c:v>2.791944702418658</c:v>
                </c:pt>
                <c:pt idx="962">
                  <c:v>6.099950910376293</c:v>
                </c:pt>
                <c:pt idx="963">
                  <c:v>8.559992276749579</c:v>
                </c:pt>
                <c:pt idx="964">
                  <c:v>1.4375555112983383</c:v>
                </c:pt>
                <c:pt idx="965">
                  <c:v>1.5728489923249744</c:v>
                </c:pt>
                <c:pt idx="966">
                  <c:v>3.996474477650374</c:v>
                </c:pt>
                <c:pt idx="967">
                  <c:v>7.984844251479071</c:v>
                </c:pt>
                <c:pt idx="968">
                  <c:v>4.537890240688265</c:v>
                </c:pt>
                <c:pt idx="969">
                  <c:v>3.3780771887301553</c:v>
                </c:pt>
                <c:pt idx="970">
                  <c:v>1.7306324112595743</c:v>
                </c:pt>
                <c:pt idx="971">
                  <c:v>4.031765771028966</c:v>
                </c:pt>
                <c:pt idx="972">
                  <c:v>8.569919521342115</c:v>
                </c:pt>
                <c:pt idx="973">
                  <c:v>12.97929122056704</c:v>
                </c:pt>
                <c:pt idx="974">
                  <c:v>4.872370797885719</c:v>
                </c:pt>
                <c:pt idx="975">
                  <c:v>2.099529349817576</c:v>
                </c:pt>
                <c:pt idx="976">
                  <c:v>5.949926355292705</c:v>
                </c:pt>
                <c:pt idx="977">
                  <c:v>2.582042532064692</c:v>
                </c:pt>
                <c:pt idx="978">
                  <c:v>3.066397587483068</c:v>
                </c:pt>
                <c:pt idx="979">
                  <c:v>3.0926798152945225</c:v>
                </c:pt>
                <c:pt idx="980">
                  <c:v>4.454591861652535</c:v>
                </c:pt>
                <c:pt idx="981">
                  <c:v>0.36783431012096407</c:v>
                </c:pt>
                <c:pt idx="982">
                  <c:v>4.3298791777209615</c:v>
                </c:pt>
                <c:pt idx="983">
                  <c:v>2.8903744875423727</c:v>
                </c:pt>
                <c:pt idx="984">
                  <c:v>4.478435009003961</c:v>
                </c:pt>
                <c:pt idx="985">
                  <c:v>6.162515928689314</c:v>
                </c:pt>
                <c:pt idx="986">
                  <c:v>2.989969517239553</c:v>
                </c:pt>
                <c:pt idx="987">
                  <c:v>4.93194731474598</c:v>
                </c:pt>
                <c:pt idx="988">
                  <c:v>3.3285212349503004</c:v>
                </c:pt>
                <c:pt idx="989">
                  <c:v>2.9065842091346386</c:v>
                </c:pt>
                <c:pt idx="990">
                  <c:v>1.9397382957163682</c:v>
                </c:pt>
                <c:pt idx="991">
                  <c:v>9.596034175091894</c:v>
                </c:pt>
                <c:pt idx="992">
                  <c:v>3.6077547964227397</c:v>
                </c:pt>
                <c:pt idx="993">
                  <c:v>7.650174388432888</c:v>
                </c:pt>
                <c:pt idx="994">
                  <c:v>6.652474794796418</c:v>
                </c:pt>
                <c:pt idx="995">
                  <c:v>3.327271223571683</c:v>
                </c:pt>
                <c:pt idx="996">
                  <c:v>5.909969970586904</c:v>
                </c:pt>
                <c:pt idx="997">
                  <c:v>2.830864292662188</c:v>
                </c:pt>
                <c:pt idx="998">
                  <c:v>3.0855185490987123</c:v>
                </c:pt>
                <c:pt idx="999">
                  <c:v>2.9169233075840992</c:v>
                </c:pt>
                <c:pt idx="1000">
                  <c:v>1.4158260564465173</c:v>
                </c:pt>
                <c:pt idx="1001">
                  <c:v>2.8521189897256978</c:v>
                </c:pt>
                <c:pt idx="1002">
                  <c:v>1.0833993375219217</c:v>
                </c:pt>
                <c:pt idx="1003">
                  <c:v>10.953271452686737</c:v>
                </c:pt>
                <c:pt idx="1004">
                  <c:v>2.0435041243027543</c:v>
                </c:pt>
                <c:pt idx="1005">
                  <c:v>3.3099101033620797</c:v>
                </c:pt>
                <c:pt idx="1006">
                  <c:v>3.349248859444101</c:v>
                </c:pt>
                <c:pt idx="1007">
                  <c:v>3.419374511847437</c:v>
                </c:pt>
                <c:pt idx="1008">
                  <c:v>0.702984024456565</c:v>
                </c:pt>
                <c:pt idx="1009">
                  <c:v>6.439638080127402</c:v>
                </c:pt>
                <c:pt idx="1010">
                  <c:v>3.84214990379197</c:v>
                </c:pt>
                <c:pt idx="1011">
                  <c:v>1.3744592643877802</c:v>
                </c:pt>
                <c:pt idx="1012">
                  <c:v>2.989168117288856</c:v>
                </c:pt>
                <c:pt idx="1013">
                  <c:v>5.962247124057688</c:v>
                </c:pt>
                <c:pt idx="1014">
                  <c:v>6.289738736114074</c:v>
                </c:pt>
                <c:pt idx="1015">
                  <c:v>1.596009430288977</c:v>
                </c:pt>
                <c:pt idx="1016">
                  <c:v>1.201754042303186</c:v>
                </c:pt>
                <c:pt idx="1017">
                  <c:v>5.878170983373581</c:v>
                </c:pt>
                <c:pt idx="1018">
                  <c:v>4.326812083570857</c:v>
                </c:pt>
                <c:pt idx="1019">
                  <c:v>3.9052897628590384</c:v>
                </c:pt>
                <c:pt idx="1020">
                  <c:v>7.278106623076443</c:v>
                </c:pt>
                <c:pt idx="1021">
                  <c:v>3.1878130769977178</c:v>
                </c:pt>
                <c:pt idx="1022">
                  <c:v>4.680764338504531</c:v>
                </c:pt>
                <c:pt idx="1023">
                  <c:v>6.351809223953456</c:v>
                </c:pt>
                <c:pt idx="1024">
                  <c:v>0.9796322576874144</c:v>
                </c:pt>
                <c:pt idx="1025">
                  <c:v>2.9035017555106677</c:v>
                </c:pt>
                <c:pt idx="1026">
                  <c:v>1.7548580649125507</c:v>
                </c:pt>
                <c:pt idx="1027">
                  <c:v>3.889402208736792</c:v>
                </c:pt>
                <c:pt idx="1028">
                  <c:v>2.496411085724519</c:v>
                </c:pt>
                <c:pt idx="1029">
                  <c:v>2.47990847299827</c:v>
                </c:pt>
                <c:pt idx="1030">
                  <c:v>4.3279077276654325</c:v>
                </c:pt>
                <c:pt idx="1031">
                  <c:v>3.0559029018348554</c:v>
                </c:pt>
                <c:pt idx="1032">
                  <c:v>5.843903053293833</c:v>
                </c:pt>
                <c:pt idx="1033">
                  <c:v>4.8867728571597135</c:v>
                </c:pt>
                <c:pt idx="1034">
                  <c:v>6.364311266578395</c:v>
                </c:pt>
                <c:pt idx="1035">
                  <c:v>2.04778887257391</c:v>
                </c:pt>
                <c:pt idx="1036">
                  <c:v>5.9286255235048</c:v>
                </c:pt>
                <c:pt idx="1037">
                  <c:v>2.1110505445521452</c:v>
                </c:pt>
                <c:pt idx="1038">
                  <c:v>7.875487370477051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Sheet1!$B$1042</c:f>
              <c:strCache>
                <c:ptCount val="1"/>
                <c:pt idx="0">
                  <c:v>Exact prediction</c:v>
                </c:pt>
              </c:strCache>
            </c:strRef>
          </c:tx>
          <c:spPr>
            <a:ln w="15875">
              <a:solidFill>
                <a:srgbClr val="DDB55B"/>
              </a:solidFill>
              <a:prstDash val="dash"/>
            </a:ln>
          </c:spPr>
          <c:marker>
            <c:symbol val="none"/>
          </c:marker>
          <c:xVal>
            <c:numRef>
              <c:f>Sheet1!$A$1043:$A$1044</c:f>
              <c:numCache>
                <c:formatCode>General</c:formatCode>
                <c:ptCount val="2"/>
                <c:pt idx="0">
                  <c:v>0.2</c:v>
                </c:pt>
                <c:pt idx="1">
                  <c:v>100</c:v>
                </c:pt>
              </c:numCache>
            </c:numRef>
          </c:xVal>
          <c:yVal>
            <c:numRef>
              <c:f>Sheet1!$B$1043:$B$1044</c:f>
              <c:numCache>
                <c:formatCode>General</c:formatCode>
                <c:ptCount val="2"/>
                <c:pt idx="0">
                  <c:v>0.2</c:v>
                </c:pt>
                <c:pt idx="1">
                  <c:v>100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logBase val="10"/>
          <c:orientation val="minMax"/>
          <c:max val="100.0"/>
          <c:min val="0.1"/>
        </c:scaling>
        <c:delete val="0"/>
        <c:axPos val="b"/>
        <c:majorGridlines>
          <c:spPr>
            <a:ln w="6350">
              <a:solidFill>
                <a:srgbClr val="21405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50" b="0">
                    <a:solidFill>
                      <a:srgbClr val="ABBEC9"/>
                    </a:solidFill>
                    <a:latin typeface="Aptos"/>
                  </a:rPr>
                  <a:t>Actual price (INR lakh)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low"/>
        <c:spPr>
          <a:ln w="9525">
            <a:solidFill>
              <a:srgbClr val="2B485A"/>
            </a:solidFill>
          </a:ln>
        </c:spPr>
        <c:txPr>
          <a:bodyPr/>
          <a:lstStyle/>
          <a:p>
            <a:pPr>
              <a:defRPr sz="950">
                <a:solidFill>
                  <a:srgbClr val="ABBEC9"/>
                </a:solidFill>
                <a:latin typeface="Aptos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logBase val="10"/>
          <c:orientation val="minMax"/>
          <c:max val="100.0"/>
          <c:min val="0.1"/>
        </c:scaling>
        <c:delete val="0"/>
        <c:axPos val="l"/>
        <c:majorGridlines>
          <c:spPr>
            <a:ln w="6350">
              <a:solidFill>
                <a:srgbClr val="21405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50" b="0">
                    <a:solidFill>
                      <a:srgbClr val="ABBEC9"/>
                    </a:solidFill>
                    <a:latin typeface="Aptos"/>
                  </a:rPr>
                  <a:t>Predicted price (INR lakh)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low"/>
        <c:spPr>
          <a:ln w="9525">
            <a:solidFill>
              <a:srgbClr val="2B485A"/>
            </a:solidFill>
          </a:ln>
        </c:spPr>
        <c:txPr>
          <a:bodyPr/>
          <a:lstStyle/>
          <a:p>
            <a:pPr>
              <a:defRPr sz="950">
                <a:solidFill>
                  <a:srgbClr val="ABBEC9"/>
                </a:solidFill>
                <a:latin typeface="Aptos"/>
              </a:defRPr>
            </a:pPr>
          </a:p>
        </c:txPr>
        <c:crossAx val="-2128940872"/>
        <c:crosses val="autoZero"/>
        <c:crossBetween val="midCat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50">
          <a:solidFill>
            <a:srgbClr val="ABBEC9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F8FBFC"/>
                </a:solidFill>
                <a:latin typeface="Aptos"/>
              </a:rPr>
              <a:t>Increase in validation MAE (INR thousand)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Increase in validation MAE (INR thousand)</c:v>
                </c:pt>
              </c:strCache>
            </c:strRef>
          </c:tx>
          <c:spPr>
            <a:solidFill>
              <a:srgbClr val="2AB1AE"/>
            </a:solidFill>
          </c:spPr>
          <c:errBars>
            <c:errBarType val="both"/>
            <c:errValType val="cust"/>
            <c:noEndCap val="0"/>
            <c:plus>
              <c:numLit>
                <c:formatCode>General</c:formatCode>
                <c:ptCount val="12"/>
                <c:pt idx="0">
                  <c:v>0.31388856413744787</c:v>
                </c:pt>
                <c:pt idx="1">
                  <c:v>0.41236007031667427</c:v>
                </c:pt>
                <c:pt idx="2">
                  <c:v>0.2989959418773336</c:v>
                </c:pt>
                <c:pt idx="3">
                  <c:v>0.711962858537081</c:v>
                </c:pt>
                <c:pt idx="4">
                  <c:v>0.5765608717003405</c:v>
                </c:pt>
                <c:pt idx="5">
                  <c:v>1.0919038872964884</c:v>
                </c:pt>
                <c:pt idx="6">
                  <c:v>0.9690478380007663</c:v>
                </c:pt>
                <c:pt idx="7">
                  <c:v>1.9720050607745694</c:v>
                </c:pt>
                <c:pt idx="8">
                  <c:v>2.3084968410450672</c:v>
                </c:pt>
                <c:pt idx="9">
                  <c:v>2.611903256483659</c:v>
                </c:pt>
                <c:pt idx="10">
                  <c:v>2.1708920415831945</c:v>
                </c:pt>
                <c:pt idx="11">
                  <c:v>6.626913924047293</c:v>
                </c:pt>
              </c:numLit>
            </c:plus>
            <c:minus>
              <c:numLit>
                <c:formatCode>General</c:formatCode>
                <c:ptCount val="12"/>
                <c:pt idx="0">
                  <c:v>0.31388856413744787</c:v>
                </c:pt>
                <c:pt idx="1">
                  <c:v>0.41236007031667427</c:v>
                </c:pt>
                <c:pt idx="2">
                  <c:v>0.2989959418773336</c:v>
                </c:pt>
                <c:pt idx="3">
                  <c:v>0.711962858537081</c:v>
                </c:pt>
                <c:pt idx="4">
                  <c:v>0.5765608717003405</c:v>
                </c:pt>
                <c:pt idx="5">
                  <c:v>1.0919038872964884</c:v>
                </c:pt>
                <c:pt idx="6">
                  <c:v>0.9690478380007663</c:v>
                </c:pt>
                <c:pt idx="7">
                  <c:v>1.9720050607745694</c:v>
                </c:pt>
                <c:pt idx="8">
                  <c:v>2.3084968410450672</c:v>
                </c:pt>
                <c:pt idx="9">
                  <c:v>2.611903256483659</c:v>
                </c:pt>
                <c:pt idx="10">
                  <c:v>2.1708920415831945</c:v>
                </c:pt>
                <c:pt idx="11">
                  <c:v>6.626913924047293</c:v>
                </c:pt>
              </c:numLit>
            </c:minus>
            <c:spPr>
              <a:ln w="12700" cap="rnd">
                <a:solidFill>
                  <a:srgbClr val="F8FBFC"/>
                </a:solidFill>
              </a:ln>
            </c:spPr>
          </c:errBars>
          <c:cat>
            <c:strRef>
              <c:f>Sheet1!$A$2:$A$13</c:f>
              <c:strCache>
                <c:ptCount val="12"/>
                <c:pt idx="0">
                  <c:v>mileage unit</c:v>
                </c:pt>
                <c:pt idx="1">
                  <c:v>seller type</c:v>
                </c:pt>
                <c:pt idx="2">
                  <c:v>transmission</c:v>
                </c:pt>
                <c:pt idx="3">
                  <c:v>owner</c:v>
                </c:pt>
                <c:pt idx="4">
                  <c:v>seats</c:v>
                </c:pt>
                <c:pt idx="5">
                  <c:v>km driven</c:v>
                </c:pt>
                <c:pt idx="6">
                  <c:v>mileage value</c:v>
                </c:pt>
                <c:pt idx="7">
                  <c:v>engine</c:v>
                </c:pt>
                <c:pt idx="8">
                  <c:v>fuel</c:v>
                </c:pt>
                <c:pt idx="9">
                  <c:v>brand</c:v>
                </c:pt>
                <c:pt idx="10">
                  <c:v>max power</c:v>
                </c:pt>
                <c:pt idx="11">
                  <c:v>car age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0.1919426410596192</c:v>
                </c:pt>
                <c:pt idx="1">
                  <c:v>1.4648631088835478</c:v>
                </c:pt>
                <c:pt idx="2">
                  <c:v>2.424680446681517</c:v>
                </c:pt>
                <c:pt idx="3">
                  <c:v>4.3850182915743865</c:v>
                </c:pt>
                <c:pt idx="4">
                  <c:v>5.5435388277198125</c:v>
                </c:pt>
                <c:pt idx="5">
                  <c:v>7.763736863021234</c:v>
                </c:pt>
                <c:pt idx="6">
                  <c:v>8.514888154792873</c:v>
                </c:pt>
                <c:pt idx="7">
                  <c:v>15.014935214704765</c:v>
                </c:pt>
                <c:pt idx="8">
                  <c:v>39.633462973070195</c:v>
                </c:pt>
                <c:pt idx="9">
                  <c:v>41.77762637965424</c:v>
                </c:pt>
                <c:pt idx="10">
                  <c:v>103.104689987316</c:v>
                </c:pt>
                <c:pt idx="11">
                  <c:v>152.5917495887178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2B485A"/>
            </a:solidFill>
          </a:ln>
        </c:spPr>
        <c:txPr>
          <a:bodyPr/>
          <a:lstStyle/>
          <a:p>
            <a:pPr>
              <a:defRPr sz="950">
                <a:solidFill>
                  <a:srgbClr val="D6E1E8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.0"/>
          <c:min val="0.0"/>
        </c:scaling>
        <c:delete val="0"/>
        <c:axPos val="b"/>
        <c:majorGridlines>
          <c:spPr>
            <a:ln w="6350">
              <a:solidFill>
                <a:srgbClr val="21405A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 w="9525">
            <a:solidFill>
              <a:srgbClr val="2B485A"/>
            </a:solidFill>
          </a:ln>
        </c:spPr>
        <c:txPr>
          <a:bodyPr/>
          <a:lstStyle/>
          <a:p>
            <a:pPr>
              <a:defRPr sz="950">
                <a:solidFill>
                  <a:srgbClr val="ABBEC9"/>
                </a:solidFill>
                <a:latin typeface="Aptos"/>
              </a:defRPr>
            </a:pPr>
          </a:p>
        </c:txPr>
        <c:crossAx val="-2068027336"/>
        <c:crosses val="autoZero"/>
        <c:majorUnit val="4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50">
          <a:solidFill>
            <a:srgbClr val="ABBEC9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>
                <a:solidFill>
                  <a:srgbClr val="F8FBFC"/>
                </a:solidFill>
                <a:latin typeface="Aptos"/>
              </a:rPr>
              <a:t>First ten validation examples (saved row order)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MC dropout range</c:v>
                </c:pt>
              </c:strCache>
            </c:strRef>
          </c:tx>
          <c:spPr>
            <a:ln w="47625">
              <a:noFill/>
            </a:ln>
          </c:spPr>
          <c:marker>
            <c:symbol val="dash"/>
            <c:size val="7"/>
            <c:spPr>
              <a:solidFill>
                <a:srgbClr val="2AB1AE"/>
              </a:solidFill>
              <a:ln>
                <a:noFill/>
              </a:ln>
            </c:spPr>
          </c:marker>
          <c:errBars>
            <c:errDir val="y"/>
            <c:errBarType val="both"/>
            <c:errValType val="cust"/>
            <c:noEndCap val="1"/>
            <c:plus>
              <c:numLit>
                <c:formatCode>General</c:formatCode>
                <c:ptCount val="10"/>
                <c:pt idx="0">
                  <c:v>0.3028490805788052</c:v>
                </c:pt>
                <c:pt idx="1">
                  <c:v>0.3699455850942215</c:v>
                </c:pt>
                <c:pt idx="2">
                  <c:v>0.18212672659031282</c:v>
                </c:pt>
                <c:pt idx="3">
                  <c:v>0.6748544140907784</c:v>
                </c:pt>
                <c:pt idx="4">
                  <c:v>0.18570385996612293</c:v>
                </c:pt>
                <c:pt idx="5">
                  <c:v>0.2969392670473263</c:v>
                </c:pt>
                <c:pt idx="6">
                  <c:v>0.2416545653532456</c:v>
                </c:pt>
                <c:pt idx="7">
                  <c:v>0.6633121829141415</c:v>
                </c:pt>
                <c:pt idx="8">
                  <c:v>0.28544085623485094</c:v>
                </c:pt>
                <c:pt idx="9">
                  <c:v>0.6201090467649029</c:v>
                </c:pt>
              </c:numLit>
            </c:plus>
            <c:minus>
              <c:numLit>
                <c:formatCode>General</c:formatCode>
                <c:ptCount val="10"/>
                <c:pt idx="0">
                  <c:v>0.3028490805788052</c:v>
                </c:pt>
                <c:pt idx="1">
                  <c:v>0.3699455850942215</c:v>
                </c:pt>
                <c:pt idx="2">
                  <c:v>0.18212672659031282</c:v>
                </c:pt>
                <c:pt idx="3">
                  <c:v>0.6748544140907784</c:v>
                </c:pt>
                <c:pt idx="4">
                  <c:v>0.18570385996612293</c:v>
                </c:pt>
                <c:pt idx="5">
                  <c:v>0.2969392670473263</c:v>
                </c:pt>
                <c:pt idx="6">
                  <c:v>0.2416545653532456</c:v>
                </c:pt>
                <c:pt idx="7">
                  <c:v>0.6633121829141415</c:v>
                </c:pt>
                <c:pt idx="8">
                  <c:v>0.28544085623485094</c:v>
                </c:pt>
                <c:pt idx="9">
                  <c:v>0.6201090467649029</c:v>
                </c:pt>
              </c:numLit>
            </c:minus>
            <c:spPr>
              <a:ln w="63500" cap="rnd">
                <a:solidFill>
                  <a:srgbClr val="2AB1AE"/>
                </a:solidFill>
              </a:ln>
            </c:spPr>
          </c:errBars>
          <c:xVal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1.7622725179003416</c:v>
                </c:pt>
                <c:pt idx="1">
                  <c:v>2.2577451145816974</c:v>
                </c:pt>
                <c:pt idx="2">
                  <c:v>2.196864654944614</c:v>
                </c:pt>
                <c:pt idx="3">
                  <c:v>6.446690423823322</c:v>
                </c:pt>
                <c:pt idx="4">
                  <c:v>1.002209261437586</c:v>
                </c:pt>
                <c:pt idx="5">
                  <c:v>3.6787107850559764</c:v>
                </c:pt>
                <c:pt idx="6">
                  <c:v>3.18572545123917</c:v>
                </c:pt>
                <c:pt idx="7">
                  <c:v>5.36198699619065</c:v>
                </c:pt>
                <c:pt idx="8">
                  <c:v>3.44608076231504</c:v>
                </c:pt>
                <c:pt idx="9">
                  <c:v>6.030114558071007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Sheet1!$B$13</c:f>
              <c:strCache>
                <c:ptCount val="1"/>
                <c:pt idx="0">
                  <c:v>Point estimate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8"/>
            <c:spPr>
              <a:solidFill>
                <a:srgbClr val="F8FBFC"/>
              </a:solidFill>
              <a:ln>
                <a:noFill/>
              </a:ln>
            </c:spPr>
          </c:marker>
          <c:xVal>
            <c:numRef>
              <c:f>Sheet1!$A$14:$A$23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Sheet1!$B$14:$B$23</c:f>
              <c:numCache>
                <c:formatCode>General</c:formatCode>
                <c:ptCount val="10"/>
                <c:pt idx="0">
                  <c:v>1.8212763244266807</c:v>
                </c:pt>
                <c:pt idx="1">
                  <c:v>2.1950901023693756</c:v>
                </c:pt>
                <c:pt idx="2">
                  <c:v>2.2090933775166604</c:v>
                </c:pt>
                <c:pt idx="3">
                  <c:v>6.417223733571332</c:v>
                </c:pt>
                <c:pt idx="4">
                  <c:v>1.0024813560691193</c:v>
                </c:pt>
                <c:pt idx="5">
                  <c:v>3.6592320088356005</c:v>
                </c:pt>
                <c:pt idx="6">
                  <c:v>3.2184141194797786</c:v>
                </c:pt>
                <c:pt idx="7">
                  <c:v>5.284880025008085</c:v>
                </c:pt>
                <c:pt idx="8">
                  <c:v>3.3216987689587367</c:v>
                </c:pt>
                <c:pt idx="9">
                  <c:v>5.572786459354771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Sheet1!$B$25</c:f>
              <c:strCache>
                <c:ptCount val="1"/>
                <c:pt idx="0">
                  <c:v>Actual price</c:v>
                </c:pt>
              </c:strCache>
            </c:strRef>
          </c:tx>
          <c:spPr>
            <a:ln w="47625">
              <a:noFill/>
            </a:ln>
          </c:spPr>
          <c:marker>
            <c:symbol val="diamond"/>
            <c:size val="9"/>
            <c:spPr>
              <a:solidFill>
                <a:srgbClr val="DDB55B"/>
              </a:solidFill>
              <a:ln>
                <a:noFill/>
              </a:ln>
            </c:spPr>
          </c:marker>
          <c:xVal>
            <c:numRef>
              <c:f>Sheet1!$A$26:$A$35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Sheet1!$B$26:$B$35</c:f>
              <c:numCache>
                <c:formatCode>General</c:formatCode>
                <c:ptCount val="10"/>
                <c:pt idx="0">
                  <c:v>1.85</c:v>
                </c:pt>
                <c:pt idx="1">
                  <c:v>1.9</c:v>
                </c:pt>
                <c:pt idx="2">
                  <c:v>1.55</c:v>
                </c:pt>
                <c:pt idx="3">
                  <c:v>6.1</c:v>
                </c:pt>
                <c:pt idx="4">
                  <c:v>1.0</c:v>
                </c:pt>
                <c:pt idx="5">
                  <c:v>4.5</c:v>
                </c:pt>
                <c:pt idx="6">
                  <c:v>2.95</c:v>
                </c:pt>
                <c:pt idx="7">
                  <c:v>8.19999</c:v>
                </c:pt>
                <c:pt idx="8">
                  <c:v>3.5</c:v>
                </c:pt>
                <c:pt idx="9">
                  <c:v>3.59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1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000" b="0">
                    <a:solidFill>
                      <a:srgbClr val="ABBEC9"/>
                    </a:solidFill>
                    <a:latin typeface="Aptos"/>
                  </a:rPr>
                  <a:t>Validation example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9525">
            <a:solidFill>
              <a:srgbClr val="2B485A"/>
            </a:solidFill>
          </a:ln>
        </c:spPr>
        <c:txPr>
          <a:bodyPr/>
          <a:lstStyle/>
          <a:p>
            <a:pPr>
              <a:defRPr sz="1000">
                <a:solidFill>
                  <a:srgbClr val="ABBEC9"/>
                </a:solidFill>
                <a:latin typeface="Aptos"/>
              </a:defRPr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9.0"/>
          <c:min val="0.0"/>
        </c:scaling>
        <c:delete val="0"/>
        <c:axPos val="l"/>
        <c:majorGridlines>
          <c:spPr>
            <a:ln w="6350">
              <a:solidFill>
                <a:srgbClr val="21405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ABBEC9"/>
                    </a:solidFill>
                    <a:latin typeface="Aptos"/>
                  </a:rPr>
                  <a:t>Price (INR lakh)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9525">
            <a:solidFill>
              <a:srgbClr val="2B485A"/>
            </a:solidFill>
          </a:ln>
        </c:spPr>
        <c:txPr>
          <a:bodyPr/>
          <a:lstStyle/>
          <a:p>
            <a:pPr>
              <a:defRPr sz="1000">
                <a:solidFill>
                  <a:srgbClr val="ABBEC9"/>
                </a:solidFill>
                <a:latin typeface="Aptos"/>
              </a:defRPr>
            </a:pPr>
          </a:p>
        </c:txPr>
        <c:crossAx val="-2128940872"/>
        <c:crosses val="autoZero"/>
        <c:crossBetween val="midCat"/>
        <c:majorUnit val="1.0"/>
      </c:valAx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sz="1050">
              <a:solidFill>
                <a:srgbClr val="D6E1E8"/>
              </a:solidFill>
              <a:latin typeface="Aptos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50">
          <a:solidFill>
            <a:srgbClr val="ABBEC9"/>
          </a:solidFill>
          <a:latin typeface="Apto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ide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122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ogo plate"/>
          <p:cNvSpPr/>
          <p:nvPr/>
        </p:nvSpPr>
        <p:spPr>
          <a:xfrm>
            <a:off x="8546439" y="777240"/>
            <a:ext cx="3374136" cy="1255188"/>
          </a:xfrm>
          <a:prstGeom prst="roundRect">
            <a:avLst>
              <a:gd name="adj" fmla="val 87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CHRIST logo (official)" descr="officia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607" y="932688"/>
            <a:ext cx="2971800" cy="9442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2535348"/>
            <a:ext cx="3367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 spc="200">
                <a:solidFill>
                  <a:srgbClr val="F8FBFC"/>
                </a:solidFill>
                <a:latin typeface="Aptos Display"/>
                <a:ea typeface="Aptos Display"/>
                <a:cs typeface="Aptos Display"/>
              </a:rPr>
              <a:t>CHRIST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2882820"/>
            <a:ext cx="3367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120">
                <a:solidFill>
                  <a:srgbClr val="D6E1E8"/>
                </a:solidFill>
                <a:latin typeface="Aptos"/>
                <a:ea typeface="Aptos"/>
                <a:cs typeface="Aptos"/>
              </a:rPr>
              <a:t>(DEEMED TO BE UNIVERSITY)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3248580"/>
            <a:ext cx="3367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63CBC7"/>
                </a:solidFill>
                <a:latin typeface="Aptos"/>
                <a:ea typeface="Aptos"/>
                <a:cs typeface="Aptos"/>
              </a:rPr>
              <a:t>Pune Lavasa Campus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43434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120">
                <a:solidFill>
                  <a:srgbClr val="ABBEC9"/>
                </a:solidFill>
                <a:latin typeface="Aptos"/>
                <a:ea typeface="Aptos"/>
                <a:cs typeface="Aptos"/>
              </a:rPr>
              <a:t>PROGRAMME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43434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MSc Data Science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4764024"/>
            <a:ext cx="2910535" cy="10972"/>
          </a:xfrm>
          <a:prstGeom prst="rect">
            <a:avLst/>
          </a:prstGeom>
          <a:solidFill>
            <a:srgbClr val="2B4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49103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120">
                <a:solidFill>
                  <a:srgbClr val="ABBEC9"/>
                </a:solidFill>
                <a:latin typeface="Aptos"/>
                <a:ea typeface="Aptos"/>
                <a:cs typeface="Aptos"/>
              </a:rPr>
              <a:t>COURSE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491032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NNDL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5330952"/>
            <a:ext cx="2910535" cy="10972"/>
          </a:xfrm>
          <a:prstGeom prst="rect">
            <a:avLst/>
          </a:prstGeom>
          <a:solidFill>
            <a:srgbClr val="2B4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547725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120">
                <a:solidFill>
                  <a:srgbClr val="ABBEC9"/>
                </a:solidFill>
                <a:latin typeface="Aptos"/>
                <a:ea typeface="Aptos"/>
                <a:cs typeface="Aptos"/>
              </a:rPr>
              <a:t>TRIMESTER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547725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777240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2AB1AE"/>
                </a:solidFill>
                <a:latin typeface="Aptos"/>
                <a:ea typeface="Aptos"/>
                <a:cs typeface="Aptos"/>
              </a:rPr>
              <a:t>MSc DATA SCIENCE  •  NNDL  •  TRIMESTER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417320"/>
            <a:ext cx="72237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0" b="1" i="0">
                <a:solidFill>
                  <a:srgbClr val="F8FBFC"/>
                </a:solidFill>
                <a:latin typeface="Aptos Display"/>
                <a:ea typeface="Aptos Display"/>
                <a:cs typeface="Aptos Display"/>
              </a:rPr>
              <a:t>AutoValue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560320"/>
            <a:ext cx="72237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8FBFC"/>
                </a:solidFill>
                <a:latin typeface="Aptos Display"/>
                <a:ea typeface="Aptos Display"/>
                <a:cs typeface="Aptos Display"/>
              </a:rPr>
              <a:t>Used Car Price Estimation</a:t>
            </a:r>
          </a:p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8FBFC"/>
                </a:solidFill>
                <a:latin typeface="Aptos Display"/>
                <a:ea typeface="Aptos Display"/>
                <a:cs typeface="Aptos Display"/>
              </a:rPr>
              <a:t>with Neural Networks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79476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Research, model development &amp; working web 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800600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2AB1AE"/>
                </a:solidFill>
                <a:latin typeface="Aptos"/>
                <a:ea typeface="Aptos"/>
                <a:cs typeface="Aptos"/>
              </a:rPr>
              <a:t>PROJECT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19379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Abhishek Vanahalli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1937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63CBC7"/>
                </a:solidFill>
                <a:latin typeface="Aptos"/>
                <a:ea typeface="Aptos"/>
                <a:cs typeface="Aptos"/>
              </a:rPr>
              <a:t>25122026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669279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Ghinaiya Axit Rasikbhai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66927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63CBC7"/>
                </a:solidFill>
                <a:latin typeface="Aptos"/>
                <a:ea typeface="Aptos"/>
                <a:cs typeface="Aptos"/>
              </a:rPr>
              <a:t>25122008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 rule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B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 label"/>
          <p:cNvSpPr txBox="1"/>
          <p:nvPr/>
        </p:nvSpPr>
        <p:spPr>
          <a:xfrm>
            <a:off x="566928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2AB1AE"/>
                </a:solidFill>
                <a:latin typeface="Aptos"/>
                <a:ea typeface="Aptos"/>
                <a:cs typeface="Aptos"/>
              </a:rPr>
              <a:t>01  •  PROBLEM &amp; OBJECTIVE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F8FBFC"/>
                </a:solidFill>
                <a:latin typeface="Aptos Display"/>
                <a:ea typeface="Aptos Display"/>
                <a:cs typeface="Aptos Display"/>
              </a:rPr>
              <a:t>Why AutoValue?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6692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80">
                <a:solidFill>
                  <a:srgbClr val="7F95A5"/>
                </a:solidFill>
                <a:latin typeface="Aptos"/>
                <a:ea typeface="Aptos"/>
                <a:cs typeface="Aptos"/>
              </a:rPr>
              <a:t>AUTOVALUE  •  NNDL  •  CHRIST (DEEMED TO BE UNIVERSITY)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07624" y="641908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63040"/>
            <a:ext cx="3502152" cy="2011680"/>
          </a:xfrm>
          <a:prstGeom prst="roundRect">
            <a:avLst>
              <a:gd name="adj" fmla="val 6363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64208"/>
            <a:ext cx="3026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AB1AE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029968"/>
            <a:ext cx="30266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Used-car prices vary with age, usage and specifications. Buyers and sellers need a reasonable data-driven starting point.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502152" cy="2011680"/>
          </a:xfrm>
          <a:prstGeom prst="roundRect">
            <a:avLst>
              <a:gd name="adj" fmla="val 6363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664208"/>
            <a:ext cx="3026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AB1AE"/>
                </a:solidFill>
                <a:latin typeface="Aptos"/>
                <a:ea typeface="Aptos"/>
                <a:cs typeface="Aptos"/>
              </a:rPr>
              <a:t>PROJECT REQUIREMENT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029968"/>
            <a:ext cx="30266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Compare a linear baseline, a neural network with brand embedding, and a model built from scratch.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463040"/>
            <a:ext cx="3502152" cy="2011680"/>
          </a:xfrm>
          <a:prstGeom prst="roundRect">
            <a:avLst>
              <a:gd name="adj" fmla="val 6363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664208"/>
            <a:ext cx="3026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DDB55B"/>
                </a:solidFill>
                <a:latin typeface="Aptos"/>
                <a:ea typeface="Aptos"/>
                <a:cs typeface="Aptos"/>
              </a:rPr>
              <a:t>SUCCESS TARGETS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029968"/>
            <a:ext cx="30266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Lower test MAE than linear regression + log-price R² of at least 0.85.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794760"/>
            <a:ext cx="2558034" cy="1371600"/>
          </a:xfrm>
          <a:prstGeom prst="roundRect">
            <a:avLst>
              <a:gd name="adj" fmla="val 9333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31920"/>
            <a:ext cx="237515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63CBC7"/>
                </a:solidFill>
                <a:latin typeface="Aptos Display"/>
                <a:ea typeface="Aptos Display"/>
                <a:cs typeface="Aptos Display"/>
              </a:rPr>
              <a:t>6,926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672584"/>
            <a:ext cx="237515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records after deduplication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99282" y="3794760"/>
            <a:ext cx="2558034" cy="1371600"/>
          </a:xfrm>
          <a:prstGeom prst="roundRect">
            <a:avLst>
              <a:gd name="adj" fmla="val 9333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90722" y="3931920"/>
            <a:ext cx="237515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63CBC7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0722" y="4672584"/>
            <a:ext cx="237515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models evaluated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1636" y="3794760"/>
            <a:ext cx="2558034" cy="1371600"/>
          </a:xfrm>
          <a:prstGeom prst="roundRect">
            <a:avLst>
              <a:gd name="adj" fmla="val 9333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3076" y="3931920"/>
            <a:ext cx="237515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63CBC7"/>
                </a:solidFill>
                <a:latin typeface="Aptos Display"/>
                <a:ea typeface="Aptos Display"/>
                <a:cs typeface="Aptos Display"/>
              </a:rPr>
              <a:t>1,039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6" y="4672584"/>
            <a:ext cx="237515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test cars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63990" y="3794760"/>
            <a:ext cx="2558034" cy="1371600"/>
          </a:xfrm>
          <a:prstGeom prst="roundRect">
            <a:avLst>
              <a:gd name="adj" fmla="val 9333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55430" y="3931920"/>
            <a:ext cx="237515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63CBC7"/>
                </a:solidFill>
                <a:latin typeface="Aptos Display"/>
                <a:ea typeface="Aptos Display"/>
                <a:cs typeface="Aptos Display"/>
              </a:rPr>
              <a:t>0.9085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5430" y="4672584"/>
            <a:ext cx="237515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Keras log-price R²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486400"/>
            <a:ext cx="1105509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The selected model learns standardized natural-log prices and converts its output back to positive rupee estimates.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 rule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B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 label"/>
          <p:cNvSpPr txBox="1"/>
          <p:nvPr/>
        </p:nvSpPr>
        <p:spPr>
          <a:xfrm>
            <a:off x="566928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2AB1AE"/>
                </a:solidFill>
                <a:latin typeface="Aptos"/>
                <a:ea typeface="Aptos"/>
                <a:cs typeface="Aptos"/>
              </a:rPr>
              <a:t>02  •  DATA PREPARATION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F8FBFC"/>
                </a:solidFill>
                <a:latin typeface="Aptos Display"/>
                <a:ea typeface="Aptos Display"/>
                <a:cs typeface="Aptos Display"/>
              </a:rPr>
              <a:t>Dataset → model-ready features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6692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80">
                <a:solidFill>
                  <a:srgbClr val="7F95A5"/>
                </a:solidFill>
                <a:latin typeface="Aptos"/>
                <a:ea typeface="Aptos"/>
                <a:cs typeface="Aptos"/>
              </a:rPr>
              <a:t>AUTOVALUE  •  NNDL  •  CHRIST (DEEMED TO BE UNIVERSITY)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07624" y="641908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2558034" cy="1188720"/>
          </a:xfrm>
          <a:prstGeom prst="roundRect">
            <a:avLst>
              <a:gd name="adj" fmla="val 10769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36192"/>
            <a:ext cx="2375154" cy="618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63CBC7"/>
                </a:solidFill>
                <a:latin typeface="Aptos Display"/>
                <a:ea typeface="Aptos Display"/>
                <a:cs typeface="Aptos Display"/>
              </a:rPr>
              <a:t>8,128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78100"/>
            <a:ext cx="2375154" cy="3328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original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9282" y="1417320"/>
            <a:ext cx="2558034" cy="1188720"/>
          </a:xfrm>
          <a:prstGeom prst="roundRect">
            <a:avLst>
              <a:gd name="adj" fmla="val 10769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0722" y="1536192"/>
            <a:ext cx="2375154" cy="618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63CBC7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0722" y="2178100"/>
            <a:ext cx="2375154" cy="3328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original columns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417320"/>
            <a:ext cx="2558034" cy="1188720"/>
          </a:xfrm>
          <a:prstGeom prst="roundRect">
            <a:avLst>
              <a:gd name="adj" fmla="val 10769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3076" y="1536192"/>
            <a:ext cx="2375154" cy="618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DDB55B"/>
                </a:solidFill>
                <a:latin typeface="Aptos Display"/>
                <a:ea typeface="Aptos Display"/>
                <a:cs typeface="Aptos Display"/>
              </a:rPr>
              <a:t>1,202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2178100"/>
            <a:ext cx="2375154" cy="3328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duplicates removed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3990" y="1417320"/>
            <a:ext cx="2558034" cy="1188720"/>
          </a:xfrm>
          <a:prstGeom prst="roundRect">
            <a:avLst>
              <a:gd name="adj" fmla="val 10769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5430" y="1536192"/>
            <a:ext cx="2375154" cy="618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63CBC7"/>
                </a:solidFill>
                <a:latin typeface="Aptos Display"/>
                <a:ea typeface="Aptos Display"/>
                <a:cs typeface="Aptos Display"/>
              </a:rPr>
              <a:t>6,926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5430" y="2178100"/>
            <a:ext cx="2375154" cy="3328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records used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880360"/>
            <a:ext cx="5257800" cy="3200400"/>
          </a:xfrm>
          <a:prstGeom prst="roundRect">
            <a:avLst>
              <a:gd name="adj" fmla="val 4000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08152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AB1AE"/>
                </a:solidFill>
                <a:latin typeface="Aptos"/>
                <a:ea typeface="Aptos"/>
                <a:cs typeface="Aptos"/>
              </a:rPr>
              <a:t>PREPARATION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3474720"/>
            <a:ext cx="4782312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spcAft>
                <a:spcPts val="800"/>
              </a:spcAft>
              <a:buClr>
                <a:srgbClr val="2AB1AE"/>
              </a:buClr>
              <a:buFont typeface="Arial"/>
              <a:buChar char="•"/>
            </a:pPr>
            <a:r>
              <a:rPr sz="15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Brand extracted from the vehicle name.</a:t>
            </a:r>
          </a:p>
          <a:p>
            <a:pPr algn="l" marL="219456" indent="-219456">
              <a:spcAft>
                <a:spcPts val="800"/>
              </a:spcAft>
              <a:buClr>
                <a:srgbClr val="2AB1AE"/>
              </a:buClr>
              <a:buFont typeface="Arial"/>
              <a:buChar char="•"/>
            </a:pPr>
            <a:r>
              <a:rPr sz="15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Engine and maximum power converted from text to numeric values.</a:t>
            </a:r>
          </a:p>
          <a:p>
            <a:pPr algn="l" marL="219456" indent="-219456">
              <a:spcAft>
                <a:spcPts val="800"/>
              </a:spcAft>
              <a:buClr>
                <a:srgbClr val="2AB1AE"/>
              </a:buClr>
              <a:buFont typeface="Arial"/>
              <a:buChar char="•"/>
            </a:pPr>
            <a:r>
              <a:rPr sz="15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Mileage split into numeric value + unit.</a:t>
            </a:r>
          </a:p>
          <a:p>
            <a:pPr algn="l" marL="219456" indent="-219456">
              <a:spcAft>
                <a:spcPts val="800"/>
              </a:spcAft>
              <a:buClr>
                <a:srgbClr val="2AB1AE"/>
              </a:buClr>
              <a:buFont typeface="Arial"/>
              <a:buChar char="•"/>
            </a:pPr>
            <a:r>
              <a:rPr sz="15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Invalid / non-positive mileage and power treated as missing.</a:t>
            </a:r>
          </a:p>
          <a:p>
            <a:pPr algn="l" marL="219456" indent="-219456">
              <a:spcAft>
                <a:spcPts val="800"/>
              </a:spcAft>
              <a:buClr>
                <a:srgbClr val="2AB1AE"/>
              </a:buClr>
              <a:buFont typeface="Arial"/>
              <a:buChar char="•"/>
            </a:pPr>
            <a:r>
              <a:rPr sz="15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Missing values filled using training-set summaries only.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9048" y="2880360"/>
            <a:ext cx="5522976" cy="932688"/>
          </a:xfrm>
          <a:prstGeom prst="roundRect">
            <a:avLst>
              <a:gd name="adj" fmla="val 13725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3081528"/>
            <a:ext cx="5047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AB1AE"/>
                </a:solidFill>
                <a:latin typeface="Aptos"/>
                <a:ea typeface="Aptos"/>
                <a:cs typeface="Aptos"/>
              </a:rPr>
              <a:t>NUMERIC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3392424"/>
            <a:ext cx="50657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Car age • km driven • mileage • engine • max power • seats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9048" y="3977639"/>
            <a:ext cx="5522976" cy="932688"/>
          </a:xfrm>
          <a:prstGeom prst="roundRect">
            <a:avLst>
              <a:gd name="adj" fmla="val 13725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4178807"/>
            <a:ext cx="5047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AB1AE"/>
                </a:solidFill>
                <a:latin typeface="Aptos"/>
                <a:ea typeface="Aptos"/>
                <a:cs typeface="Aptos"/>
              </a:rPr>
              <a:t>CATEGORICAL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4489704"/>
            <a:ext cx="50657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Brand • fuel • seller type • transmission • owner • mileage unit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9048" y="5074920"/>
            <a:ext cx="5522976" cy="1005840"/>
          </a:xfrm>
          <a:prstGeom prst="roundRect">
            <a:avLst>
              <a:gd name="adj" fmla="val 12727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276088"/>
            <a:ext cx="5047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DDB55B"/>
                </a:solidFill>
                <a:latin typeface="Aptos"/>
                <a:ea typeface="Aptos"/>
                <a:cs typeface="Aptos"/>
              </a:rPr>
              <a:t>SPLIT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5586983"/>
            <a:ext cx="50657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4,848</a:t>
            </a:r>
            <a:r>
              <a:rPr sz="15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 train     </a:t>
            </a:r>
            <a:r>
              <a:rPr sz="150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1,039</a:t>
            </a:r>
            <a:r>
              <a:rPr sz="15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 validation     </a:t>
            </a:r>
            <a:r>
              <a:rPr sz="150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1,039</a:t>
            </a:r>
            <a:r>
              <a:rPr sz="15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 rule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B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 label"/>
          <p:cNvSpPr txBox="1"/>
          <p:nvPr/>
        </p:nvSpPr>
        <p:spPr>
          <a:xfrm>
            <a:off x="566928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2AB1AE"/>
                </a:solidFill>
                <a:latin typeface="Aptos"/>
                <a:ea typeface="Aptos"/>
                <a:cs typeface="Aptos"/>
              </a:rPr>
              <a:t>03  •  MODEL STRATEGY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F8FBFC"/>
                </a:solidFill>
                <a:latin typeface="Aptos Display"/>
                <a:ea typeface="Aptos Display"/>
                <a:cs typeface="Aptos Display"/>
              </a:rPr>
              <a:t>Three models, one evaluation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6692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80">
                <a:solidFill>
                  <a:srgbClr val="7F95A5"/>
                </a:solidFill>
                <a:latin typeface="Aptos"/>
                <a:ea typeface="Aptos"/>
                <a:cs typeface="Aptos"/>
              </a:rPr>
              <a:t>AUTOVALUE  •  NNDL  •  CHRIST (DEEMED TO BE UNIVERSITY)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07624" y="641908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3502152" cy="1874519"/>
          </a:xfrm>
          <a:prstGeom prst="roundRect">
            <a:avLst>
              <a:gd name="adj" fmla="val 6829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18488"/>
            <a:ext cx="3026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AB1AE"/>
                </a:solidFill>
                <a:latin typeface="Aptos"/>
                <a:ea typeface="Aptos"/>
                <a:cs typeface="Aptos"/>
              </a:rPr>
              <a:t>LINEAR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3026664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Baseline model using 45 inputs: six numeric features + 39 encoded category columns.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02152" cy="1874519"/>
          </a:xfrm>
          <a:prstGeom prst="roundRect">
            <a:avLst>
              <a:gd name="adj" fmla="val 6829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618488"/>
            <a:ext cx="3026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AB1AE"/>
                </a:solidFill>
                <a:latin typeface="Aptos"/>
                <a:ea typeface="Aptos"/>
                <a:cs typeface="Aptos"/>
              </a:rPr>
              <a:t>KERAS ANN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84248"/>
            <a:ext cx="3026664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Selected application model. Uses brand embedding, dense layers, dropout and RMSprop.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417320"/>
            <a:ext cx="3502152" cy="1874519"/>
          </a:xfrm>
          <a:prstGeom prst="roundRect">
            <a:avLst>
              <a:gd name="adj" fmla="val 6829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618488"/>
            <a:ext cx="3026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DDB55B"/>
                </a:solidFill>
                <a:latin typeface="Aptos"/>
                <a:ea typeface="Aptos"/>
                <a:cs typeface="Aptos"/>
              </a:rPr>
              <a:t>NUMPY ANN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1984248"/>
            <a:ext cx="3026664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Scratch implementation of forward pass, loss, backpropagation and RMSprop updates.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61188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AB1AE"/>
                </a:solidFill>
                <a:latin typeface="Aptos"/>
                <a:ea typeface="Aptos"/>
                <a:cs typeface="Aptos"/>
              </a:rPr>
              <a:t>WHAT THE MODELS LEARN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" y="3977639"/>
          <a:ext cx="11055096" cy="196632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0"/>
                <a:gridCol w="3840480"/>
                <a:gridCol w="4105656"/>
              </a:tblGrid>
              <a:tr h="430133">
                <a:tc>
                  <a:txBody>
                    <a:bodyPr/>
                    <a:lstStyle/>
                    <a:p>
                      <a:r>
                        <a:rPr sz="1100" b="1" i="0" spc="100">
                          <a:solidFill>
                            <a:srgbClr val="2AB1AE"/>
                          </a:solidFill>
                          <a:latin typeface="Aptos"/>
                          <a:ea typeface="Aptos"/>
                          <a:cs typeface="Aptos"/>
                        </a:rPr>
                        <a:t>MODEL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solidFill>
                      <a:srgbClr val="122D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100">
                          <a:solidFill>
                            <a:srgbClr val="2AB1AE"/>
                          </a:solidFill>
                          <a:latin typeface="Aptos"/>
                          <a:ea typeface="Aptos"/>
                          <a:cs typeface="Aptos"/>
                        </a:rPr>
                        <a:t>OUTPUT LEARNED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solidFill>
                      <a:srgbClr val="122D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100">
                          <a:solidFill>
                            <a:srgbClr val="2AB1AE"/>
                          </a:solidFill>
                          <a:latin typeface="Aptos"/>
                          <a:ea typeface="Aptos"/>
                          <a:cs typeface="Aptos"/>
                        </a:rPr>
                        <a:t>MAIN ROLE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solidFill>
                      <a:srgbClr val="122D4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8FBFC"/>
                          </a:solidFill>
                          <a:latin typeface="Aptos"/>
                          <a:ea typeface="Aptos"/>
                          <a:cs typeface="Aptos"/>
                        </a:rPr>
                        <a:t>Linear regression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D6E1E8"/>
                          </a:solidFill>
                          <a:latin typeface="Aptos"/>
                          <a:ea typeface="Aptos"/>
                          <a:cs typeface="Aptos"/>
                        </a:rPr>
                        <a:t>Raw rupee price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D6E1E8"/>
                          </a:solidFill>
                          <a:latin typeface="Aptos"/>
                          <a:ea typeface="Aptos"/>
                          <a:cs typeface="Aptos"/>
                        </a:rPr>
                        <a:t>Simple baseline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8FBFC"/>
                          </a:solidFill>
                          <a:latin typeface="Aptos"/>
                          <a:ea typeface="Aptos"/>
                          <a:cs typeface="Aptos"/>
                        </a:rPr>
                        <a:t>Keras ANN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D6E1E8"/>
                          </a:solidFill>
                          <a:latin typeface="Aptos"/>
                          <a:ea typeface="Aptos"/>
                          <a:cs typeface="Aptos"/>
                        </a:rPr>
                        <a:t>Standardized log price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D6E1E8"/>
                          </a:solidFill>
                          <a:latin typeface="Aptos"/>
                          <a:ea typeface="Aptos"/>
                          <a:cs typeface="Aptos"/>
                        </a:rPr>
                        <a:t>Selected application model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8FBFC"/>
                          </a:solidFill>
                          <a:latin typeface="Aptos"/>
                          <a:ea typeface="Aptos"/>
                          <a:cs typeface="Aptos"/>
                        </a:rPr>
                        <a:t>NumPy ANN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D6E1E8"/>
                          </a:solidFill>
                          <a:latin typeface="Aptos"/>
                          <a:ea typeface="Aptos"/>
                          <a:cs typeface="Aptos"/>
                        </a:rPr>
                        <a:t>Standardized log price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D6E1E8"/>
                          </a:solidFill>
                          <a:latin typeface="Aptos"/>
                          <a:ea typeface="Aptos"/>
                          <a:cs typeface="Aptos"/>
                        </a:rPr>
                        <a:t>Demonstrate training from scratch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 rule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B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 label"/>
          <p:cNvSpPr txBox="1"/>
          <p:nvPr/>
        </p:nvSpPr>
        <p:spPr>
          <a:xfrm>
            <a:off x="566928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2AB1AE"/>
                </a:solidFill>
                <a:latin typeface="Aptos"/>
                <a:ea typeface="Aptos"/>
                <a:cs typeface="Aptos"/>
              </a:rPr>
              <a:t>04  •  ANN DESIGN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F8FBFC"/>
                </a:solidFill>
                <a:latin typeface="Aptos Display"/>
                <a:ea typeface="Aptos Display"/>
                <a:cs typeface="Aptos Display"/>
              </a:rPr>
              <a:t>The neural network architecture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6692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80">
                <a:solidFill>
                  <a:srgbClr val="7F95A5"/>
                </a:solidFill>
                <a:latin typeface="Aptos"/>
                <a:ea typeface="Aptos"/>
                <a:cs typeface="Aptos"/>
              </a:rPr>
              <a:t>AUTOVALUE  •  NNDL  •  CHRIST (DEEMED TO BE UNIVERSITY)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07624" y="641908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7406640" cy="4709160"/>
          </a:xfrm>
          <a:prstGeom prst="roundRect">
            <a:avLst>
              <a:gd name="adj" fmla="val 2718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1691640"/>
            <a:ext cx="3200400" cy="749808"/>
          </a:xfrm>
          <a:prstGeom prst="roundRect">
            <a:avLst>
              <a:gd name="adj" fmla="val 9756"/>
            </a:avLst>
          </a:prstGeom>
          <a:solidFill>
            <a:srgbClr val="0E2436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Numeric + categorical inputs</a:t>
            </a:r>
          </a:p>
          <a:p>
            <a:pPr algn="ctr"/>
            <a:r>
              <a:rPr sz="12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6 scaled + 16 encoded = 22 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691640"/>
            <a:ext cx="3200400" cy="749808"/>
          </a:xfrm>
          <a:prstGeom prst="roundRect">
            <a:avLst>
              <a:gd name="adj" fmla="val 9756"/>
            </a:avLst>
          </a:prstGeom>
          <a:solidFill>
            <a:srgbClr val="0E2436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Brand ID</a:t>
            </a:r>
          </a:p>
          <a:p>
            <a:pPr algn="ctr"/>
            <a:r>
              <a:rPr sz="12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22-row lookup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274320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0E2436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Embedding vector</a:t>
            </a:r>
          </a:p>
          <a:p>
            <a:pPr algn="ctr"/>
            <a:r>
              <a:rPr sz="12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8 learned values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9048" y="2441448"/>
            <a:ext cx="0" cy="301752"/>
          </a:xfrm>
          <a:prstGeom prst="line">
            <a:avLst/>
          </a:prstGeom>
          <a:ln w="19050">
            <a:solidFill>
              <a:srgbClr val="63CB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41448" y="2441448"/>
            <a:ext cx="0" cy="1261872"/>
          </a:xfrm>
          <a:prstGeom prst="line">
            <a:avLst/>
          </a:prstGeom>
          <a:ln w="19050">
            <a:solidFill>
              <a:srgbClr val="63CB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9048" y="3401568"/>
            <a:ext cx="0" cy="301752"/>
          </a:xfrm>
          <a:prstGeom prst="line">
            <a:avLst/>
          </a:prstGeom>
          <a:ln w="19050">
            <a:solidFill>
              <a:srgbClr val="63CB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1247" y="3703320"/>
            <a:ext cx="6858000" cy="512064"/>
          </a:xfrm>
          <a:prstGeom prst="roundRect">
            <a:avLst>
              <a:gd name="adj" fmla="val 14285"/>
            </a:avLst>
          </a:prstGeom>
          <a:solidFill>
            <a:srgbClr val="2AB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0A1C2D"/>
                </a:solidFill>
                <a:latin typeface="Aptos"/>
                <a:ea typeface="Aptos"/>
                <a:cs typeface="Aptos"/>
              </a:rPr>
              <a:t>Concatenate  •  22 + 8 = 30 values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35607" y="4215384"/>
            <a:ext cx="0" cy="338328"/>
          </a:xfrm>
          <a:prstGeom prst="line">
            <a:avLst/>
          </a:prstGeom>
          <a:ln w="19050">
            <a:solidFill>
              <a:srgbClr val="63CB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1247" y="4553712"/>
            <a:ext cx="1188720" cy="749808"/>
          </a:xfrm>
          <a:prstGeom prst="roundRect">
            <a:avLst>
              <a:gd name="adj" fmla="val 9756"/>
            </a:avLst>
          </a:prstGeom>
          <a:solidFill>
            <a:srgbClr val="0E2436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Dense 64</a:t>
            </a:r>
          </a:p>
          <a:p>
            <a:pPr algn="ctr"/>
            <a:r>
              <a:rPr sz="115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ReLU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57399" y="4928616"/>
            <a:ext cx="173737" cy="0"/>
          </a:xfrm>
          <a:prstGeom prst="line">
            <a:avLst/>
          </a:prstGeom>
          <a:ln w="19050">
            <a:solidFill>
              <a:srgbClr val="63CB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258568" y="4553712"/>
            <a:ext cx="1188720" cy="749808"/>
          </a:xfrm>
          <a:prstGeom prst="roundRect">
            <a:avLst>
              <a:gd name="adj" fmla="val 9756"/>
            </a:avLst>
          </a:prstGeom>
          <a:solidFill>
            <a:srgbClr val="0E2436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Dropout</a:t>
            </a:r>
          </a:p>
          <a:p>
            <a:pPr algn="ctr"/>
            <a:r>
              <a:rPr sz="115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74719" y="4928616"/>
            <a:ext cx="173737" cy="0"/>
          </a:xfrm>
          <a:prstGeom prst="line">
            <a:avLst/>
          </a:prstGeom>
          <a:ln w="19050">
            <a:solidFill>
              <a:srgbClr val="63CB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675887" y="4553712"/>
            <a:ext cx="1188720" cy="749808"/>
          </a:xfrm>
          <a:prstGeom prst="roundRect">
            <a:avLst>
              <a:gd name="adj" fmla="val 9756"/>
            </a:avLst>
          </a:prstGeom>
          <a:solidFill>
            <a:srgbClr val="0E2436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Dense 32</a:t>
            </a:r>
          </a:p>
          <a:p>
            <a:pPr algn="ctr"/>
            <a:r>
              <a:rPr sz="115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ReLU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92040" y="4928616"/>
            <a:ext cx="173735" cy="0"/>
          </a:xfrm>
          <a:prstGeom prst="line">
            <a:avLst/>
          </a:prstGeom>
          <a:ln w="19050">
            <a:solidFill>
              <a:srgbClr val="63CB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93208" y="4553712"/>
            <a:ext cx="1188720" cy="749808"/>
          </a:xfrm>
          <a:prstGeom prst="roundRect">
            <a:avLst>
              <a:gd name="adj" fmla="val 9756"/>
            </a:avLst>
          </a:prstGeom>
          <a:solidFill>
            <a:srgbClr val="0E2436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Dropout</a:t>
            </a:r>
          </a:p>
          <a:p>
            <a:pPr algn="ctr"/>
            <a:r>
              <a:rPr sz="115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09360" y="4928616"/>
            <a:ext cx="173736" cy="0"/>
          </a:xfrm>
          <a:prstGeom prst="line">
            <a:avLst/>
          </a:prstGeom>
          <a:ln w="19050">
            <a:solidFill>
              <a:srgbClr val="63CB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10528" y="4553712"/>
            <a:ext cx="1188720" cy="749808"/>
          </a:xfrm>
          <a:prstGeom prst="roundRect">
            <a:avLst>
              <a:gd name="adj" fmla="val 9756"/>
            </a:avLst>
          </a:prstGeom>
          <a:solidFill>
            <a:srgbClr val="0E2436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Linear output</a:t>
            </a:r>
          </a:p>
          <a:p>
            <a:pPr algn="ctr"/>
            <a:r>
              <a:rPr sz="115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1 unit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5504688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Inverse target scaling and exponentiation return a positive rupee estimate.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1417320"/>
            <a:ext cx="3374136" cy="1040130"/>
          </a:xfrm>
          <a:prstGeom prst="roundRect">
            <a:avLst>
              <a:gd name="adj" fmla="val 12307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1521333"/>
            <a:ext cx="3191256" cy="5408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63CBC7"/>
                </a:solidFill>
                <a:latin typeface="Aptos Display"/>
                <a:ea typeface="Aptos Display"/>
                <a:cs typeface="Aptos Display"/>
              </a:rPr>
              <a:t>22 ×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2083003"/>
            <a:ext cx="3191256" cy="2912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brand embedding table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47888" y="2640330"/>
            <a:ext cx="3374136" cy="1040130"/>
          </a:xfrm>
          <a:prstGeom prst="roundRect">
            <a:avLst>
              <a:gd name="adj" fmla="val 12307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2744343"/>
            <a:ext cx="3191256" cy="5408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63CBC7"/>
                </a:solidFill>
                <a:latin typeface="Aptos Display"/>
                <a:ea typeface="Aptos Display"/>
                <a:cs typeface="Aptos Display"/>
              </a:rPr>
              <a:t>64 → 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3306013"/>
            <a:ext cx="3191256" cy="2912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ReLU hidden units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47888" y="3863340"/>
            <a:ext cx="3374136" cy="1040130"/>
          </a:xfrm>
          <a:prstGeom prst="roundRect">
            <a:avLst>
              <a:gd name="adj" fmla="val 12307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7" y="3967353"/>
            <a:ext cx="3191256" cy="5408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63CBC7"/>
                </a:solidFill>
                <a:latin typeface="Aptos Display"/>
                <a:ea typeface="Aptos Display"/>
                <a:cs typeface="Aptos Display"/>
              </a:rPr>
              <a:t>10%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7" y="4529023"/>
            <a:ext cx="3191256" cy="2912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dropout per hidden layer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47888" y="5086350"/>
            <a:ext cx="3374136" cy="1040130"/>
          </a:xfrm>
          <a:prstGeom prst="roundRect">
            <a:avLst>
              <a:gd name="adj" fmla="val 12307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9327" y="5190363"/>
            <a:ext cx="3191256" cy="5408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DDB55B"/>
                </a:solidFill>
                <a:latin typeface="Aptos Display"/>
                <a:ea typeface="Aptos Display"/>
                <a:cs typeface="Aptos Display"/>
              </a:rPr>
              <a:t>4,273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7" y="5752033"/>
            <a:ext cx="3191256" cy="2912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trainable parameters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 rule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B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 label"/>
          <p:cNvSpPr txBox="1"/>
          <p:nvPr/>
        </p:nvSpPr>
        <p:spPr>
          <a:xfrm>
            <a:off x="566928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2AB1AE"/>
                </a:solidFill>
                <a:latin typeface="Aptos"/>
                <a:ea typeface="Aptos"/>
                <a:cs typeface="Aptos"/>
              </a:rPr>
              <a:t>05  •  EXPERIMENTS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F8FBFC"/>
                </a:solidFill>
                <a:latin typeface="Aptos Display"/>
                <a:ea typeface="Aptos Display"/>
                <a:cs typeface="Aptos Display"/>
              </a:rPr>
              <a:t>Training, tuning &amp; model selection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6692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80">
                <a:solidFill>
                  <a:srgbClr val="7F95A5"/>
                </a:solidFill>
                <a:latin typeface="Aptos"/>
                <a:ea typeface="Aptos"/>
                <a:cs typeface="Aptos"/>
              </a:rPr>
              <a:t>AUTOVALUE  •  NNDL  •  CHRIST (DEEMED TO BE UNIVERSITY)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07624" y="641908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6766560" cy="3291840"/>
          </a:xfrm>
          <a:prstGeom prst="roundRect">
            <a:avLst>
              <a:gd name="adj" fmla="val 3888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Learning curve - Keras ANN_001 • Adam"/>
          <p:cNvGraphicFramePr>
            <a:graphicFrameLocks noGrp="1"/>
          </p:cNvGraphicFramePr>
          <p:nvPr/>
        </p:nvGraphicFramePr>
        <p:xfrm>
          <a:off x="658368" y="1508760"/>
          <a:ext cx="324612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Learning curve - NumPy ANN • RMSprop"/>
          <p:cNvGraphicFramePr>
            <a:graphicFrameLocks noGrp="1"/>
          </p:cNvGraphicFramePr>
          <p:nvPr/>
        </p:nvGraphicFramePr>
        <p:xfrm>
          <a:off x="3995928" y="1508760"/>
          <a:ext cx="324612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4892040"/>
            <a:ext cx="6766560" cy="1234440"/>
          </a:xfrm>
          <a:prstGeom prst="roundRect">
            <a:avLst>
              <a:gd name="adj" fmla="val 10370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093207"/>
            <a:ext cx="6291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AB1AE"/>
                </a:solidFill>
                <a:latin typeface="Aptos"/>
                <a:ea typeface="Aptos"/>
                <a:cs typeface="Aptos"/>
              </a:rPr>
              <a:t>EARLY STOPPING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458968"/>
            <a:ext cx="62910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Restores the best-validation-loss weights: epoch 45 (ANN_001), epoch 70 (NumPy ANN). NumPy epoch-1 training loss (0.39) exceeds the axis.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07808" y="1417320"/>
            <a:ext cx="4014216" cy="3291840"/>
          </a:xfrm>
          <a:prstGeom prst="roundRect">
            <a:avLst>
              <a:gd name="adj" fmla="val 3888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1618488"/>
            <a:ext cx="3557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AB1AE"/>
                </a:solidFill>
                <a:latin typeface="Aptos"/>
                <a:ea typeface="Aptos"/>
                <a:cs typeface="Aptos"/>
              </a:rPr>
              <a:t>EXPERIMENT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2011680"/>
            <a:ext cx="3538728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spcAft>
                <a:spcPts val="600"/>
              </a:spcAft>
              <a:buClr>
                <a:srgbClr val="2AB1AE"/>
              </a:buClr>
              <a:buFont typeface="Arial"/>
              <a:buChar char="•"/>
            </a:pPr>
            <a:r>
              <a:rPr sz="14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Seven unique configurations were completed in stages.</a:t>
            </a:r>
          </a:p>
          <a:p>
            <a:pPr algn="l" marL="219456" indent="-219456">
              <a:spcAft>
                <a:spcPts val="600"/>
              </a:spcAft>
              <a:buClr>
                <a:srgbClr val="2AB1AE"/>
              </a:buClr>
              <a:buFont typeface="Arial"/>
              <a:buChar char="•"/>
            </a:pPr>
            <a:r>
              <a:rPr sz="14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Compared Adam, RMSprop and SGD.</a:t>
            </a:r>
          </a:p>
          <a:p>
            <a:pPr algn="l" marL="219456" indent="-219456">
              <a:spcAft>
                <a:spcPts val="600"/>
              </a:spcAft>
              <a:buClr>
                <a:srgbClr val="2AB1AE"/>
              </a:buClr>
              <a:buFont typeface="Arial"/>
              <a:buChar char="•"/>
            </a:pPr>
            <a:r>
              <a:rPr sz="14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Learning rates: 0.0001, 0.001 and 0.01.</a:t>
            </a:r>
          </a:p>
          <a:p>
            <a:pPr algn="l" marL="219456" indent="-219456">
              <a:spcAft>
                <a:spcPts val="600"/>
              </a:spcAft>
              <a:buClr>
                <a:srgbClr val="2AB1AE"/>
              </a:buClr>
              <a:buFont typeface="Arial"/>
              <a:buChar char="•"/>
            </a:pPr>
            <a:r>
              <a:rPr sz="14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Losses: MSE and Huber.</a:t>
            </a:r>
          </a:p>
          <a:p>
            <a:pPr algn="l" marL="219456" indent="-219456">
              <a:spcAft>
                <a:spcPts val="600"/>
              </a:spcAft>
              <a:buClr>
                <a:srgbClr val="2AB1AE"/>
              </a:buClr>
              <a:buFont typeface="Arial"/>
              <a:buChar char="•"/>
            </a:pPr>
            <a:r>
              <a:rPr sz="14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Raw-price and log-price targets were evaluated.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07808" y="4892040"/>
            <a:ext cx="4014216" cy="1234440"/>
          </a:xfrm>
          <a:prstGeom prst="roundRect">
            <a:avLst>
              <a:gd name="adj" fmla="val 10370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5093207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DDB55B"/>
                </a:solidFill>
                <a:latin typeface="Aptos"/>
                <a:ea typeface="Aptos"/>
                <a:cs typeface="Aptos"/>
              </a:rPr>
              <a:t>SELECTED: ANN_013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5458968"/>
            <a:ext cx="3538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RMSprop  •  learning rate 0.001  •  MSE  •  standardized log-price target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 rule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B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 label"/>
          <p:cNvSpPr txBox="1"/>
          <p:nvPr/>
        </p:nvSpPr>
        <p:spPr>
          <a:xfrm>
            <a:off x="566928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2AB1AE"/>
                </a:solidFill>
                <a:latin typeface="Aptos"/>
                <a:ea typeface="Aptos"/>
                <a:cs typeface="Aptos"/>
              </a:rPr>
              <a:t>06  •  PERFORMANCE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F8FBFC"/>
                </a:solidFill>
                <a:latin typeface="Aptos Display"/>
                <a:ea typeface="Aptos Display"/>
                <a:cs typeface="Aptos Display"/>
              </a:rPr>
              <a:t>Final test results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6692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80">
                <a:solidFill>
                  <a:srgbClr val="7F95A5"/>
                </a:solidFill>
                <a:latin typeface="Aptos"/>
                <a:ea typeface="Aptos"/>
                <a:cs typeface="Aptos"/>
              </a:rPr>
              <a:t>AUTOVALUE  •  NNDL  •  CHRIST (DEEMED TO BE UNIVERSITY)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07624" y="641908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6035040" cy="2560320"/>
          </a:xfrm>
          <a:prstGeom prst="roundRect">
            <a:avLst>
              <a:gd name="adj" fmla="val 5000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est MAE by model"/>
          <p:cNvGraphicFramePr>
            <a:graphicFrameLocks noGrp="1"/>
          </p:cNvGraphicFramePr>
          <p:nvPr/>
        </p:nvGraphicFramePr>
        <p:xfrm>
          <a:off x="658368" y="1481328"/>
          <a:ext cx="5806440" cy="24323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76288" y="1417320"/>
            <a:ext cx="2235708" cy="1188720"/>
          </a:xfrm>
          <a:prstGeom prst="roundRect">
            <a:avLst>
              <a:gd name="adj" fmla="val 10769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7" y="1536192"/>
            <a:ext cx="2052828" cy="618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63CBC7"/>
                </a:solidFill>
                <a:latin typeface="Aptos Display"/>
                <a:ea typeface="Aptos Display"/>
                <a:cs typeface="Aptos Display"/>
              </a:rPr>
              <a:t>₹77.56K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7" y="2178100"/>
            <a:ext cx="2052828" cy="3328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Keras test MAE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86316" y="1417320"/>
            <a:ext cx="2235708" cy="1188720"/>
          </a:xfrm>
          <a:prstGeom prst="roundRect">
            <a:avLst>
              <a:gd name="adj" fmla="val 10769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77756" y="1536192"/>
            <a:ext cx="2052828" cy="618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63CBC7"/>
                </a:solidFill>
                <a:latin typeface="Aptos Display"/>
                <a:ea typeface="Aptos Display"/>
                <a:cs typeface="Aptos Display"/>
              </a:rPr>
              <a:t>0.9147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7756" y="2178100"/>
            <a:ext cx="2052828" cy="3328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Keras raw R²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76288" y="2788920"/>
            <a:ext cx="2235708" cy="1188720"/>
          </a:xfrm>
          <a:prstGeom prst="roundRect">
            <a:avLst>
              <a:gd name="adj" fmla="val 10769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7727" y="2907791"/>
            <a:ext cx="2052828" cy="618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DDB55B"/>
                </a:solidFill>
                <a:latin typeface="Aptos Display"/>
                <a:ea typeface="Aptos Display"/>
                <a:cs typeface="Aptos Display"/>
              </a:rPr>
              <a:t>0.9085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7" y="3549700"/>
            <a:ext cx="2052828" cy="3328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Keras log-price R²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86316" y="2788920"/>
            <a:ext cx="2235708" cy="1188720"/>
          </a:xfrm>
          <a:prstGeom prst="roundRect">
            <a:avLst>
              <a:gd name="adj" fmla="val 10769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77756" y="2907791"/>
            <a:ext cx="2052828" cy="618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63CBC7"/>
                </a:solidFill>
                <a:latin typeface="Aptos Display"/>
                <a:ea typeface="Aptos Display"/>
                <a:cs typeface="Aptos Display"/>
              </a:rPr>
              <a:t>16.93%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7756" y="3549700"/>
            <a:ext cx="2052828" cy="3328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Keras MAPE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251960"/>
            <a:ext cx="5390388" cy="1280160"/>
          </a:xfrm>
          <a:prstGeom prst="roundRect">
            <a:avLst>
              <a:gd name="adj" fmla="val 10000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453128"/>
            <a:ext cx="4914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AB1AE"/>
                </a:solidFill>
                <a:latin typeface="Aptos"/>
                <a:ea typeface="Aptos"/>
                <a:cs typeface="Aptos"/>
              </a:rPr>
              <a:t>MAIN FINDING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818888"/>
            <a:ext cx="4914900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Keras reduced test MAE by </a:t>
            </a:r>
            <a:r>
              <a:rPr sz="145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44.37%</a:t>
            </a:r>
            <a:r>
              <a:rPr sz="145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 versus linear regression (₹139.44K → ₹77.56K).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1636" y="4251960"/>
            <a:ext cx="5390388" cy="1280160"/>
          </a:xfrm>
          <a:prstGeom prst="roundRect">
            <a:avLst>
              <a:gd name="adj" fmla="val 10000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9380" y="4453128"/>
            <a:ext cx="4914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DDB55B"/>
                </a:solidFill>
                <a:latin typeface="Aptos"/>
                <a:ea typeface="Aptos"/>
                <a:cs typeface="Aptos"/>
              </a:rPr>
              <a:t>SCRATCH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9380" y="4818888"/>
            <a:ext cx="4914900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NumPy ANN reached </a:t>
            </a:r>
            <a:r>
              <a:rPr sz="145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₹78.49K</a:t>
            </a:r>
            <a:r>
              <a:rPr sz="145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 MAE — only ₹924 higher than Keras.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760720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All three models were compared on the same 1,039 held-out test cars.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 rule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B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 label"/>
          <p:cNvSpPr txBox="1"/>
          <p:nvPr/>
        </p:nvSpPr>
        <p:spPr>
          <a:xfrm>
            <a:off x="566928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2AB1AE"/>
                </a:solidFill>
                <a:latin typeface="Aptos"/>
                <a:ea typeface="Aptos"/>
                <a:cs typeface="Aptos"/>
              </a:rPr>
              <a:t>07  •  INTERPRETATION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F8FBFC"/>
                </a:solidFill>
                <a:latin typeface="Aptos Display"/>
                <a:ea typeface="Aptos Display"/>
                <a:cs typeface="Aptos Display"/>
              </a:rPr>
              <a:t>Does the model behave sensibly?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6692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80">
                <a:solidFill>
                  <a:srgbClr val="7F95A5"/>
                </a:solidFill>
                <a:latin typeface="Aptos"/>
                <a:ea typeface="Aptos"/>
                <a:cs typeface="Aptos"/>
              </a:rPr>
              <a:t>AUTOVALUE  •  NNDL  •  CHRIST (DEEMED TO BE UNIVERSITY)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07624" y="641908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6309360" cy="3154680"/>
          </a:xfrm>
          <a:prstGeom prst="roundRect">
            <a:avLst>
              <a:gd name="adj" fmla="val 4057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Actual vs predicted — Keras ANN"/>
          <p:cNvGraphicFramePr>
            <a:graphicFrameLocks noGrp="1"/>
          </p:cNvGraphicFramePr>
          <p:nvPr/>
        </p:nvGraphicFramePr>
        <p:xfrm>
          <a:off x="658368" y="1481328"/>
          <a:ext cx="3017520" cy="30266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Actual vs predicted — NumPy ANN"/>
          <p:cNvGraphicFramePr>
            <a:graphicFrameLocks noGrp="1"/>
          </p:cNvGraphicFramePr>
          <p:nvPr/>
        </p:nvGraphicFramePr>
        <p:xfrm>
          <a:off x="3767328" y="1481328"/>
          <a:ext cx="3017520" cy="3026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150608" y="1417320"/>
            <a:ext cx="4471416" cy="3154680"/>
          </a:xfrm>
          <a:prstGeom prst="roundRect">
            <a:avLst>
              <a:gd name="adj" fmla="val 4057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Permutation feature importance"/>
          <p:cNvGraphicFramePr>
            <a:graphicFrameLocks noGrp="1"/>
          </p:cNvGraphicFramePr>
          <p:nvPr/>
        </p:nvGraphicFramePr>
        <p:xfrm>
          <a:off x="7223760" y="1481328"/>
          <a:ext cx="4288536" cy="302666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6928" y="4754880"/>
            <a:ext cx="6309360" cy="1371600"/>
          </a:xfrm>
          <a:prstGeom prst="roundRect">
            <a:avLst>
              <a:gd name="adj" fmla="val 9333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956048"/>
            <a:ext cx="5833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AB1AE"/>
                </a:solidFill>
                <a:latin typeface="Aptos"/>
                <a:ea typeface="Aptos"/>
                <a:cs typeface="Aptos"/>
              </a:rPr>
              <a:t>PREDICTION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321808"/>
            <a:ext cx="58338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Points close to the dashed diagonal indicate closer agreement between actual and predicted prices (1,039 test cars, log axes).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0608" y="4754880"/>
            <a:ext cx="4471416" cy="1371600"/>
          </a:xfrm>
          <a:prstGeom prst="roundRect">
            <a:avLst>
              <a:gd name="adj" fmla="val 9333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4956048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AB1AE"/>
                </a:solidFill>
                <a:latin typeface="Aptos"/>
                <a:ea typeface="Aptos"/>
                <a:cs typeface="Aptos"/>
              </a:rPr>
              <a:t>FEATURE IMPORTANCE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5321808"/>
            <a:ext cx="39959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Car age had the largest average MAE increase when shuffled, followed by maximum power, brand and fuel.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 rule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B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 label"/>
          <p:cNvSpPr txBox="1"/>
          <p:nvPr/>
        </p:nvSpPr>
        <p:spPr>
          <a:xfrm>
            <a:off x="566928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2AB1AE"/>
                </a:solidFill>
                <a:latin typeface="Aptos"/>
                <a:ea typeface="Aptos"/>
                <a:cs typeface="Aptos"/>
              </a:rPr>
              <a:t>08  •  MODEL CONFIDENCE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F8FBFC"/>
                </a:solidFill>
                <a:latin typeface="Aptos Display"/>
                <a:ea typeface="Aptos Display"/>
                <a:cs typeface="Aptos Display"/>
              </a:rPr>
              <a:t>Uncertainty — useful, but uncalibrated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6692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80">
                <a:solidFill>
                  <a:srgbClr val="7F95A5"/>
                </a:solidFill>
                <a:latin typeface="Aptos"/>
                <a:ea typeface="Aptos"/>
                <a:cs typeface="Aptos"/>
              </a:rPr>
              <a:t>AUTOVALUE  •  NNDL  •  CHRIST (DEEMED TO BE UNIVERSITY)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07624" y="641908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6309360" cy="4709160"/>
          </a:xfrm>
          <a:prstGeom prst="roundRect">
            <a:avLst>
              <a:gd name="adj" fmla="val 2718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MC dropout range vs actual price"/>
          <p:cNvGraphicFramePr>
            <a:graphicFrameLocks noGrp="1"/>
          </p:cNvGraphicFramePr>
          <p:nvPr/>
        </p:nvGraphicFramePr>
        <p:xfrm>
          <a:off x="658368" y="1508760"/>
          <a:ext cx="60807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7" y="56235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Bars span the 5th–95th percentile of 50 stochastic passes. Four of these ten actual prices fall outside their range.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1417320"/>
            <a:ext cx="2098548" cy="1188720"/>
          </a:xfrm>
          <a:prstGeom prst="roundRect">
            <a:avLst>
              <a:gd name="adj" fmla="val 10769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42048" y="1536192"/>
            <a:ext cx="1915668" cy="618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63CBC7"/>
                </a:solidFill>
                <a:latin typeface="Aptos Display"/>
                <a:ea typeface="Aptos Display"/>
                <a:cs typeface="Aptos Display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2178100"/>
            <a:ext cx="1915668" cy="3328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MC dropout draws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23476" y="1417320"/>
            <a:ext cx="2098548" cy="1188720"/>
          </a:xfrm>
          <a:prstGeom prst="roundRect">
            <a:avLst>
              <a:gd name="adj" fmla="val 10769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14916" y="1536192"/>
            <a:ext cx="1915668" cy="618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DDB55B"/>
                </a:solidFill>
                <a:latin typeface="Aptos Display"/>
                <a:ea typeface="Aptos Display"/>
                <a:cs typeface="Aptos Display"/>
              </a:rPr>
              <a:t>5–95%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14916" y="2178100"/>
            <a:ext cx="1915668" cy="3328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reported range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50608" y="2788920"/>
            <a:ext cx="2098548" cy="1188720"/>
          </a:xfrm>
          <a:prstGeom prst="roundRect">
            <a:avLst>
              <a:gd name="adj" fmla="val 10769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42048" y="2907791"/>
            <a:ext cx="1915668" cy="618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63CBC7"/>
                </a:solidFill>
                <a:latin typeface="Aptos Display"/>
                <a:ea typeface="Aptos Display"/>
                <a:cs typeface="Aptos Display"/>
              </a:rPr>
              <a:t>49.66%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3549700"/>
            <a:ext cx="1915668" cy="3328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actual prices inside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23476" y="2788920"/>
            <a:ext cx="2098548" cy="1188720"/>
          </a:xfrm>
          <a:prstGeom prst="roundRect">
            <a:avLst>
              <a:gd name="adj" fmla="val 10769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4916" y="2907791"/>
            <a:ext cx="1915668" cy="618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63CBC7"/>
                </a:solidFill>
                <a:latin typeface="Aptos Display"/>
                <a:ea typeface="Aptos Display"/>
                <a:cs typeface="Aptos Display"/>
              </a:rPr>
              <a:t>₹149.7K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4916" y="3549700"/>
            <a:ext cx="1915668" cy="3328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avg. range width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50608" y="4160520"/>
            <a:ext cx="4471416" cy="1965960"/>
          </a:xfrm>
          <a:prstGeom prst="roundRect">
            <a:avLst>
              <a:gd name="adj" fmla="val 6511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8352" y="4361688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DDB55B"/>
                </a:solidFill>
                <a:latin typeface="Aptos"/>
                <a:ea typeface="Aptos"/>
                <a:cs typeface="Aptos"/>
              </a:rPr>
              <a:t>HOW TO SAY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8352" y="4727448"/>
            <a:ext cx="3995928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The range reflects variation across stochastic predictions. It is not a guaranteed 90% prediction interval.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 rule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B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 label"/>
          <p:cNvSpPr txBox="1"/>
          <p:nvPr/>
        </p:nvSpPr>
        <p:spPr>
          <a:xfrm>
            <a:off x="566928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2AB1AE"/>
                </a:solidFill>
                <a:latin typeface="Aptos"/>
                <a:ea typeface="Aptos"/>
                <a:cs typeface="Aptos"/>
              </a:rPr>
              <a:t>09  •  WORKING APPLICATION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F8FBFC"/>
                </a:solidFill>
                <a:latin typeface="Aptos Display"/>
                <a:ea typeface="Aptos Display"/>
                <a:cs typeface="Aptos Display"/>
              </a:rPr>
              <a:t>From vehicle details to a displayed estimate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6692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80">
                <a:solidFill>
                  <a:srgbClr val="7F95A5"/>
                </a:solidFill>
                <a:latin typeface="Aptos"/>
                <a:ea typeface="Aptos"/>
                <a:cs typeface="Aptos"/>
              </a:rPr>
              <a:t>AUTOVALUE  •  NNDL  •  CHRIST (DEEMED TO BE UNIVERSITY)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07624" y="641908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6766560" cy="4709160"/>
          </a:xfrm>
          <a:prstGeom prst="roundRect">
            <a:avLst>
              <a:gd name="adj" fmla="val 2718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1920240"/>
            <a:ext cx="1828800" cy="822960"/>
          </a:xfrm>
          <a:prstGeom prst="roundRect">
            <a:avLst>
              <a:gd name="adj" fmla="val 8888"/>
            </a:avLst>
          </a:prstGeom>
          <a:solidFill>
            <a:srgbClr val="0E2436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Streamlit form</a:t>
            </a:r>
          </a:p>
          <a:p>
            <a:pPr algn="ctr"/>
            <a:r>
              <a:rPr sz="12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12 vehicle inputs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35808" y="1920240"/>
            <a:ext cx="1828800" cy="822960"/>
          </a:xfrm>
          <a:prstGeom prst="roundRect">
            <a:avLst>
              <a:gd name="adj" fmla="val 8888"/>
            </a:avLst>
          </a:prstGeom>
          <a:solidFill>
            <a:srgbClr val="0E2436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FastAPI validation</a:t>
            </a:r>
          </a:p>
          <a:p>
            <a:pPr algn="ctr"/>
            <a:r>
              <a:rPr sz="12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Types and ranges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1920240"/>
            <a:ext cx="1828800" cy="822960"/>
          </a:xfrm>
          <a:prstGeom prst="roundRect">
            <a:avLst>
              <a:gd name="adj" fmla="val 8888"/>
            </a:avLst>
          </a:prstGeom>
          <a:solidFill>
            <a:srgbClr val="0E2436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Fitted preprocessing</a:t>
            </a:r>
          </a:p>
          <a:p>
            <a:pPr algn="ctr"/>
            <a:r>
              <a:rPr sz="12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Saved feature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0368" y="3383280"/>
            <a:ext cx="1828800" cy="822960"/>
          </a:xfrm>
          <a:prstGeom prst="roundRect">
            <a:avLst>
              <a:gd name="adj" fmla="val 8888"/>
            </a:avLst>
          </a:prstGeom>
          <a:solidFill>
            <a:srgbClr val="2AB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0A1C2D"/>
                </a:solidFill>
                <a:latin typeface="Aptos"/>
                <a:ea typeface="Aptos"/>
                <a:cs typeface="Aptos"/>
              </a:rPr>
              <a:t>Keras inference</a:t>
            </a:r>
          </a:p>
          <a:p>
            <a:pPr algn="ctr"/>
            <a:r>
              <a:rPr sz="1200" b="0" i="0">
                <a:solidFill>
                  <a:srgbClr val="0A1C2D"/>
                </a:solidFill>
                <a:latin typeface="Aptos"/>
                <a:ea typeface="Aptos"/>
                <a:cs typeface="Aptos"/>
              </a:rPr>
              <a:t>Point + 50 draws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35808" y="3383280"/>
            <a:ext cx="1828800" cy="822960"/>
          </a:xfrm>
          <a:prstGeom prst="roundRect">
            <a:avLst>
              <a:gd name="adj" fmla="val 8888"/>
            </a:avLst>
          </a:prstGeom>
          <a:solidFill>
            <a:srgbClr val="2AB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0A1C2D"/>
                </a:solidFill>
                <a:latin typeface="Aptos"/>
                <a:ea typeface="Aptos"/>
                <a:cs typeface="Aptos"/>
              </a:rPr>
              <a:t>Price response</a:t>
            </a:r>
          </a:p>
          <a:p>
            <a:pPr algn="ctr"/>
            <a:r>
              <a:rPr sz="1200" b="0" i="0">
                <a:solidFill>
                  <a:srgbClr val="0A1C2D"/>
                </a:solidFill>
                <a:latin typeface="Aptos"/>
                <a:ea typeface="Aptos"/>
                <a:cs typeface="Aptos"/>
              </a:rPr>
              <a:t>Rupees and lakh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7" y="3383280"/>
            <a:ext cx="1828800" cy="822960"/>
          </a:xfrm>
          <a:prstGeom prst="roundRect">
            <a:avLst>
              <a:gd name="adj" fmla="val 8888"/>
            </a:avLst>
          </a:prstGeom>
          <a:solidFill>
            <a:srgbClr val="0E2436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Streamlit display</a:t>
            </a:r>
          </a:p>
          <a:p>
            <a:pPr algn="ctr"/>
            <a:r>
              <a:rPr sz="12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Estimate and range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35808" y="4846320"/>
            <a:ext cx="1828800" cy="822960"/>
          </a:xfrm>
          <a:prstGeom prst="roundRect">
            <a:avLst>
              <a:gd name="adj" fmla="val 8888"/>
            </a:avLst>
          </a:prstGeom>
          <a:solidFill>
            <a:srgbClr val="0E2436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Prediction log</a:t>
            </a:r>
          </a:p>
          <a:p>
            <a:pPr algn="ctr"/>
            <a:r>
              <a:rPr sz="12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predictions.jsonl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6624" y="2331720"/>
            <a:ext cx="292608" cy="0"/>
          </a:xfrm>
          <a:prstGeom prst="line">
            <a:avLst/>
          </a:prstGeom>
          <a:ln w="19050">
            <a:solidFill>
              <a:srgbClr val="63CB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901184" y="2331720"/>
            <a:ext cx="292608" cy="0"/>
          </a:xfrm>
          <a:prstGeom prst="line">
            <a:avLst/>
          </a:prstGeom>
          <a:ln w="19050">
            <a:solidFill>
              <a:srgbClr val="63CB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44768" y="2779776"/>
            <a:ext cx="0" cy="566928"/>
          </a:xfrm>
          <a:prstGeom prst="line">
            <a:avLst/>
          </a:prstGeom>
          <a:ln w="19050">
            <a:solidFill>
              <a:srgbClr val="63CB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901184" y="3794760"/>
            <a:ext cx="292608" cy="0"/>
          </a:xfrm>
          <a:prstGeom prst="line">
            <a:avLst/>
          </a:prstGeom>
          <a:ln w="19050">
            <a:solidFill>
              <a:srgbClr val="63CB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706624" y="3794760"/>
            <a:ext cx="292608" cy="0"/>
          </a:xfrm>
          <a:prstGeom prst="line">
            <a:avLst/>
          </a:prstGeom>
          <a:ln w="19050">
            <a:solidFill>
              <a:srgbClr val="63CB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950208" y="4242816"/>
            <a:ext cx="0" cy="566928"/>
          </a:xfrm>
          <a:prstGeom prst="line">
            <a:avLst/>
          </a:prstGeom>
          <a:ln w="19050">
            <a:solidFill>
              <a:srgbClr val="63CB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230368" y="484632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Saved model, scalers,</a:t>
            </a:r>
          </a:p>
          <a:p>
            <a:pPr algn="ctr"/>
            <a:r>
              <a:rPr sz="120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encoder and brand map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07808" y="1417320"/>
            <a:ext cx="4014216" cy="1325880"/>
          </a:xfrm>
          <a:prstGeom prst="roundRect">
            <a:avLst>
              <a:gd name="adj" fmla="val 9655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1618488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AB1AE"/>
                </a:solidFill>
                <a:latin typeface="Aptos"/>
                <a:ea typeface="Aptos"/>
                <a:cs typeface="Aptos"/>
              </a:rPr>
              <a:t>STREAMLIT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1984248"/>
            <a:ext cx="3538728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Collects 12 vehicle inputs and displays the result.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07808" y="2862072"/>
            <a:ext cx="4014216" cy="1325880"/>
          </a:xfrm>
          <a:prstGeom prst="roundRect">
            <a:avLst>
              <a:gd name="adj" fmla="val 9655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3063240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AB1AE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3429000"/>
            <a:ext cx="3538728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Validates inputs, applies saved preprocessing and calls the trained Keras model.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07808" y="4306824"/>
            <a:ext cx="4014216" cy="1325880"/>
          </a:xfrm>
          <a:prstGeom prst="roundRect">
            <a:avLst>
              <a:gd name="adj" fmla="val 9655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45552" y="4507992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DDB55B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5552" y="4873752"/>
            <a:ext cx="3538728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Price estimate + uncertainty range + notes; What-if and Model Insights tabs.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53528" y="5687568"/>
            <a:ext cx="39227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The application reuses the saved scalers, encoders and brand mapping — no fitting during prediction.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 rule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B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 label"/>
          <p:cNvSpPr txBox="1"/>
          <p:nvPr/>
        </p:nvSpPr>
        <p:spPr>
          <a:xfrm>
            <a:off x="566928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2AB1AE"/>
                </a:solidFill>
                <a:latin typeface="Aptos"/>
                <a:ea typeface="Aptos"/>
                <a:cs typeface="Aptos"/>
              </a:rPr>
              <a:t>10  •  PRODUCT EXPERIENCE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F8FBFC"/>
                </a:solidFill>
                <a:latin typeface="Aptos Display"/>
                <a:ea typeface="Aptos Display"/>
                <a:cs typeface="Aptos Display"/>
              </a:rPr>
              <a:t>What the user can do in AutoValue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6692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80">
                <a:solidFill>
                  <a:srgbClr val="7F95A5"/>
                </a:solidFill>
                <a:latin typeface="Aptos"/>
                <a:ea typeface="Aptos"/>
                <a:cs typeface="Aptos"/>
              </a:rPr>
              <a:t>AUTOVALUE  •  NNDL  •  CHRIST (DEEMED TO BE UNIVERSITY)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07624" y="641908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3502152" cy="2011680"/>
          </a:xfrm>
          <a:prstGeom prst="roundRect">
            <a:avLst>
              <a:gd name="adj" fmla="val 6363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18488"/>
            <a:ext cx="3026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AB1AE"/>
                </a:solidFill>
                <a:latin typeface="Aptos"/>
                <a:ea typeface="Aptos"/>
                <a:cs typeface="Aptos"/>
              </a:rPr>
              <a:t>PRICE ESTIMATE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30266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Enter a real vehicle’s details and receive the predicted selling price in rupees and lakh, plus the model-uncertainty range.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02152" cy="2011680"/>
          </a:xfrm>
          <a:prstGeom prst="roundRect">
            <a:avLst>
              <a:gd name="adj" fmla="val 6363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618488"/>
            <a:ext cx="3026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AB1AE"/>
                </a:solidFill>
                <a:latin typeface="Aptos"/>
                <a:ea typeface="Aptos"/>
                <a:cs typeface="Aptos"/>
              </a:rPr>
              <a:t>WHAT-IF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84248"/>
            <a:ext cx="30266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Change model age or kilometres while keeping other inputs fixed to explore how the fitted model responds.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417320"/>
            <a:ext cx="3502152" cy="2011680"/>
          </a:xfrm>
          <a:prstGeom prst="roundRect">
            <a:avLst>
              <a:gd name="adj" fmla="val 6363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618488"/>
            <a:ext cx="3026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DDB55B"/>
                </a:solidFill>
                <a:latin typeface="Aptos"/>
                <a:ea typeface="Aptos"/>
                <a:cs typeface="Aptos"/>
              </a:rPr>
              <a:t>MODEL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1984248"/>
            <a:ext cx="30266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View permutation feature importance and download the saved importance data as CSV.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703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AB1AE"/>
                </a:solidFill>
                <a:latin typeface="Aptos"/>
                <a:ea typeface="Aptos"/>
                <a:cs typeface="Aptos"/>
              </a:rPr>
              <a:t>API ENDPOINTS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" y="4041648"/>
          <a:ext cx="11055096" cy="20358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63040"/>
                <a:gridCol w="3291840"/>
                <a:gridCol w="6300216"/>
              </a:tblGrid>
              <a:tr h="353324">
                <a:tc>
                  <a:txBody>
                    <a:bodyPr/>
                    <a:lstStyle/>
                    <a:p>
                      <a:r>
                        <a:rPr sz="1100" b="1" i="0" spc="100">
                          <a:solidFill>
                            <a:srgbClr val="2AB1AE"/>
                          </a:solidFill>
                          <a:latin typeface="Aptos"/>
                          <a:ea typeface="Aptos"/>
                          <a:cs typeface="Aptos"/>
                        </a:rPr>
                        <a:t>METHOD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solidFill>
                      <a:srgbClr val="122D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100">
                          <a:solidFill>
                            <a:srgbClr val="2AB1AE"/>
                          </a:solidFill>
                          <a:latin typeface="Aptos"/>
                          <a:ea typeface="Aptos"/>
                          <a:cs typeface="Aptos"/>
                        </a:rPr>
                        <a:t>ENDPOINT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solidFill>
                      <a:srgbClr val="122D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100">
                          <a:solidFill>
                            <a:srgbClr val="2AB1AE"/>
                          </a:solidFill>
                          <a:latin typeface="Aptos"/>
                          <a:ea typeface="Aptos"/>
                          <a:cs typeface="Aptos"/>
                        </a:rPr>
                        <a:t>PURPOSE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solidFill>
                      <a:srgbClr val="122D4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63CBC7"/>
                          </a:solidFill>
                          <a:latin typeface="Aptos"/>
                          <a:ea typeface="Aptos"/>
                          <a:cs typeface="Aptos"/>
                        </a:rPr>
                        <a:t>GET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8FBFC"/>
                          </a:solidFill>
                          <a:latin typeface="Consolas"/>
                          <a:ea typeface="Consolas"/>
                          <a:cs typeface="Consolas"/>
                        </a:rPr>
                        <a:t>/health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D6E1E8"/>
                          </a:solidFill>
                          <a:latin typeface="Aptos"/>
                          <a:ea typeface="Aptos"/>
                          <a:cs typeface="Aptos"/>
                        </a:rPr>
                        <a:t>Check that the service is running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63CBC7"/>
                          </a:solidFill>
                          <a:latin typeface="Aptos"/>
                          <a:ea typeface="Aptos"/>
                          <a:cs typeface="Aptos"/>
                        </a:rPr>
                        <a:t>GET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8FBFC"/>
                          </a:solidFill>
                          <a:latin typeface="Consolas"/>
                          <a:ea typeface="Consolas"/>
                          <a:cs typeface="Consolas"/>
                        </a:rPr>
                        <a:t>/metadata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D6E1E8"/>
                          </a:solidFill>
                          <a:latin typeface="Aptos"/>
                          <a:ea typeface="Aptos"/>
                          <a:cs typeface="Aptos"/>
                        </a:rPr>
                        <a:t>Load input options and summaries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63CBC7"/>
                          </a:solidFill>
                          <a:latin typeface="Aptos"/>
                          <a:ea typeface="Aptos"/>
                          <a:cs typeface="Aptos"/>
                        </a:rPr>
                        <a:t>GET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8FBFC"/>
                          </a:solidFill>
                          <a:latin typeface="Consolas"/>
                          <a:ea typeface="Consolas"/>
                          <a:cs typeface="Consolas"/>
                        </a:rPr>
                        <a:t>/feature-importance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D6E1E8"/>
                          </a:solidFill>
                          <a:latin typeface="Aptos"/>
                          <a:ea typeface="Aptos"/>
                          <a:cs typeface="Aptos"/>
                        </a:rPr>
                        <a:t>Read saved feature importance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63CBC7"/>
                          </a:solidFill>
                          <a:latin typeface="Aptos"/>
                          <a:ea typeface="Aptos"/>
                          <a:cs typeface="Aptos"/>
                        </a:rPr>
                        <a:t>POST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8FBFC"/>
                          </a:solidFill>
                          <a:latin typeface="Consolas"/>
                          <a:ea typeface="Consolas"/>
                          <a:cs typeface="Consolas"/>
                        </a:rPr>
                        <a:t>/predict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D6E1E8"/>
                          </a:solidFill>
                          <a:latin typeface="Aptos"/>
                          <a:ea typeface="Aptos"/>
                          <a:cs typeface="Aptos"/>
                        </a:rPr>
                        <a:t>Return the price and uncertainty range</a:t>
                      </a:r>
                    </a:p>
                  </a:txBody>
                  <a:tcPr marL="18288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B485A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 rule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B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 label"/>
          <p:cNvSpPr txBox="1"/>
          <p:nvPr/>
        </p:nvSpPr>
        <p:spPr>
          <a:xfrm>
            <a:off x="566928" y="3657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2AB1AE"/>
                </a:solidFill>
                <a:latin typeface="Aptos"/>
                <a:ea typeface="Aptos"/>
                <a:cs typeface="Aptos"/>
              </a:rPr>
              <a:t>11  •  CRITICAL INTERPRETATION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F8FBFC"/>
                </a:solidFill>
                <a:latin typeface="Aptos Display"/>
                <a:ea typeface="Aptos Display"/>
                <a:cs typeface="Aptos Display"/>
              </a:rPr>
              <a:t>Limitations &amp; next improvements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6692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80">
                <a:solidFill>
                  <a:srgbClr val="7F95A5"/>
                </a:solidFill>
                <a:latin typeface="Aptos"/>
                <a:ea typeface="Aptos"/>
                <a:cs typeface="Aptos"/>
              </a:rPr>
              <a:t>AUTOVALUE  •  NNDL  •  CHRIST (DEEMED TO BE UNIVERSITY)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07624" y="641908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ABBEC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5390388" cy="1874519"/>
          </a:xfrm>
          <a:prstGeom prst="roundRect">
            <a:avLst>
              <a:gd name="adj" fmla="val 6829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18488"/>
            <a:ext cx="4914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DDB55B"/>
                </a:solidFill>
                <a:latin typeface="Aptos"/>
                <a:ea typeface="Aptos"/>
                <a:cs typeface="Aptos"/>
              </a:rPr>
              <a:t>CURRENT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4914900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Historical data ends in 2020; model omits exact variant, condition, accident/service history and location; one random split is used; rare brands share an embedding.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417320"/>
            <a:ext cx="5390388" cy="1874519"/>
          </a:xfrm>
          <a:prstGeom prst="roundRect">
            <a:avLst>
              <a:gd name="adj" fmla="val 6829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9380" y="1618488"/>
            <a:ext cx="4914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AB1AE"/>
                </a:solidFill>
                <a:latin typeface="Aptos"/>
                <a:ea typeface="Aptos"/>
                <a:cs typeface="Aptos"/>
              </a:rPr>
              <a:t>UNCERTAINTY LIMITATION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9380" y="1984248"/>
            <a:ext cx="4914900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The current uncertainty range covers only 49.66% of validation prices and is therefore explicitly uncalibrated.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566160"/>
            <a:ext cx="11055096" cy="2560320"/>
          </a:xfrm>
          <a:prstGeom prst="roundRect">
            <a:avLst>
              <a:gd name="adj" fmla="val 5000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785615"/>
            <a:ext cx="10597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2AB1AE"/>
                </a:solidFill>
                <a:latin typeface="Aptos"/>
                <a:ea typeface="Aptos"/>
                <a:cs typeface="Aptos"/>
              </a:rPr>
              <a:t>NEXT IMPROVEMENTS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279392"/>
            <a:ext cx="502462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spcAft>
                <a:spcPts val="1300"/>
              </a:spcAft>
              <a:buClr>
                <a:srgbClr val="2AB1AE"/>
              </a:buClr>
              <a:buFont typeface="Arial"/>
              <a:buChar char="•"/>
            </a:pPr>
            <a:r>
              <a:rPr sz="155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Collect newer and richer vehicle data.</a:t>
            </a:r>
          </a:p>
          <a:p>
            <a:pPr algn="l" marL="219456" indent="-219456">
              <a:spcAft>
                <a:spcPts val="1300"/>
              </a:spcAft>
              <a:buClr>
                <a:srgbClr val="2AB1AE"/>
              </a:buClr>
              <a:buFont typeface="Arial"/>
              <a:buChar char="•"/>
            </a:pPr>
            <a:r>
              <a:rPr sz="155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Validate relationships between input fields.</a:t>
            </a:r>
          </a:p>
          <a:p>
            <a:pPr algn="l" marL="219456" indent="-219456">
              <a:spcAft>
                <a:spcPts val="1300"/>
              </a:spcAft>
              <a:buClr>
                <a:srgbClr val="2AB1AE"/>
              </a:buClr>
              <a:buFont typeface="Arial"/>
              <a:buChar char="•"/>
            </a:pPr>
            <a:r>
              <a:rPr sz="155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Calibrate uncertainty on separate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9380" y="4279392"/>
            <a:ext cx="493318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spcAft>
                <a:spcPts val="1300"/>
              </a:spcAft>
              <a:buClr>
                <a:srgbClr val="2AB1AE"/>
              </a:buClr>
              <a:buFont typeface="Arial"/>
              <a:buChar char="•"/>
            </a:pPr>
            <a:r>
              <a:rPr sz="155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Evaluate repeated random seeds or time-based splits.</a:t>
            </a:r>
          </a:p>
          <a:p>
            <a:pPr algn="l" marL="219456" indent="-219456">
              <a:spcAft>
                <a:spcPts val="1300"/>
              </a:spcAft>
              <a:buClr>
                <a:srgbClr val="2AB1AE"/>
              </a:buClr>
              <a:buFont typeface="Arial"/>
              <a:buChar char="•"/>
            </a:pPr>
            <a:r>
              <a:rPr sz="155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Complete clean-install and submission evidence.</a:t>
            </a:r>
          </a:p>
          <a:p>
            <a:pPr algn="l" marL="219456" indent="-219456">
              <a:spcAft>
                <a:spcPts val="1300"/>
              </a:spcAft>
              <a:buClr>
                <a:srgbClr val="2AB1AE"/>
              </a:buClr>
              <a:buFont typeface="Arial"/>
              <a:buChar char="•"/>
            </a:pPr>
            <a:r>
              <a:rPr sz="155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Add more experiment histories where available.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 plate"/>
          <p:cNvSpPr/>
          <p:nvPr/>
        </p:nvSpPr>
        <p:spPr>
          <a:xfrm>
            <a:off x="4408779" y="548640"/>
            <a:ext cx="3374136" cy="1255188"/>
          </a:xfrm>
          <a:prstGeom prst="roundRect">
            <a:avLst>
              <a:gd name="adj" fmla="val 87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HRIST logo (official)" descr="officia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947" y="704088"/>
            <a:ext cx="2971800" cy="9442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0312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1" i="0">
                <a:solidFill>
                  <a:srgbClr val="F8FBFC"/>
                </a:solidFill>
                <a:latin typeface="Aptos Display"/>
                <a:ea typeface="Aptos Display"/>
                <a:cs typeface="Aptos Display"/>
              </a:rPr>
              <a:t>AutoValue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07792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63CBC7"/>
                </a:solidFill>
                <a:latin typeface="Aptos Display"/>
                <a:ea typeface="Aptos Display"/>
                <a:cs typeface="Aptos Display"/>
              </a:rPr>
              <a:t>Used Car Price Estimation with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0" i="0">
                <a:solidFill>
                  <a:srgbClr val="F8FBFC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6767" y="4434840"/>
            <a:ext cx="3931920" cy="914400"/>
          </a:xfrm>
          <a:prstGeom prst="roundRect">
            <a:avLst>
              <a:gd name="adj" fmla="val 14000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18207" y="452628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Abhishek Vanahalli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8207" y="4919472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100">
                <a:solidFill>
                  <a:srgbClr val="63CBC7"/>
                </a:solidFill>
                <a:latin typeface="Aptos"/>
                <a:ea typeface="Aptos"/>
                <a:cs typeface="Aptos"/>
              </a:rPr>
              <a:t>25122026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4434840"/>
            <a:ext cx="3931920" cy="914400"/>
          </a:xfrm>
          <a:prstGeom prst="roundRect">
            <a:avLst>
              <a:gd name="adj" fmla="val 14000"/>
            </a:avLst>
          </a:prstGeom>
          <a:solidFill>
            <a:srgbClr val="122D41"/>
          </a:solidFill>
          <a:ln w="9525">
            <a:solidFill>
              <a:srgbClr val="2B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4447" y="452628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8FBFC"/>
                </a:solidFill>
                <a:latin typeface="Aptos"/>
                <a:ea typeface="Aptos"/>
                <a:cs typeface="Aptos"/>
              </a:rPr>
              <a:t>Ghinaiya Axit Rasikbhai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4919472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100">
                <a:solidFill>
                  <a:srgbClr val="63CBC7"/>
                </a:solidFill>
                <a:latin typeface="Aptos"/>
                <a:ea typeface="Aptos"/>
                <a:cs typeface="Aptos"/>
              </a:rPr>
              <a:t>25122008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69280"/>
            <a:ext cx="1036289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D6E1E8"/>
                </a:solidFill>
                <a:latin typeface="Aptos"/>
                <a:ea typeface="Aptos"/>
                <a:cs typeface="Aptos"/>
              </a:rPr>
              <a:t>MSc Data Science  •  NNDL  •  Trimester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053328"/>
            <a:ext cx="1036289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 spc="80">
                <a:solidFill>
                  <a:srgbClr val="ABBEC9"/>
                </a:solidFill>
                <a:latin typeface="Aptos"/>
                <a:ea typeface="Aptos"/>
                <a:cs typeface="Aptos"/>
              </a:rPr>
              <a:t>CHRIST (DEEMED TO BE UNIVERSITY)  •  Pune Lavasa Campus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AutoValue – Used Car Price Estimation with Neural Networks</dc:title>
  <dc:subject/>
  <dc:creator>Abhishek Vanahalli; Ghinaiya Axit Rasikbhai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